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000" r:id="rId2"/>
    <p:sldId id="2228" r:id="rId3"/>
    <p:sldId id="2165" r:id="rId4"/>
    <p:sldId id="2292" r:id="rId5"/>
    <p:sldId id="2337" r:id="rId6"/>
    <p:sldId id="2291" r:id="rId7"/>
    <p:sldId id="2338" r:id="rId8"/>
    <p:sldId id="2324" r:id="rId9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0BEDF9-DDA7-4D5E-8E94-7D31984E34E6}" v="158" dt="2025-05-13T10:23:38.983"/>
    <p1510:client id="{1DC45E76-6B57-410F-8053-23AB49386464}" v="52" dt="2025-05-13T09:02:44.656"/>
    <p1510:client id="{5D5A8603-BA90-4D9C-963A-0232BB795740}" v="4" dt="2025-05-13T10:35:51.364"/>
    <p1510:client id="{61D1900D-C988-4334-AA51-C62EBE4EDB4D}" v="206" dt="2025-05-13T09:16:17.758"/>
    <p1510:client id="{6959386B-EA47-4A7F-8B34-6786A6F30463}" v="4" dt="2025-05-13T08:41:29.020"/>
    <p1510:client id="{7FABE1F8-4C69-4E68-9E35-6294BFA38E41}" v="827" dt="2025-05-13T08:42:03.302"/>
    <p1510:client id="{ED7265DD-7FBD-4955-8B1B-43D05CA7D084}" v="49" dt="2025-05-13T09:51:42.030"/>
    <p1510:client id="{F5D577B5-73CD-4B61-85FB-E2CA1F84DB06}" v="63" dt="2025-05-13T08:32:55.7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4E1D8E-D470-41B6-87D7-3F717C55D971}" type="datetimeFigureOut">
              <a:rPr lang="hu-HU" smtClean="0"/>
              <a:t>2025. 05. 13.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1BCA07-E0B7-4D17-9C34-DDB3DAD74F9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11146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1BCA07-E0B7-4D17-9C34-DDB3DAD74F98}" type="slidenum">
              <a:rPr lang="hu-HU" smtClean="0"/>
              <a:t>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629354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1BCA07-E0B7-4D17-9C34-DDB3DAD74F98}" type="slidenum">
              <a:rPr lang="hu-HU" smtClean="0"/>
              <a:t>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190717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1BCA07-E0B7-4D17-9C34-DDB3DAD74F98}" type="slidenum">
              <a:rPr lang="hu-HU" smtClean="0"/>
              <a:t>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73268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7201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08001" y="1178427"/>
            <a:ext cx="11157817" cy="231007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600" b="0" baseline="0">
                <a:solidFill>
                  <a:schemeClr val="bg1">
                    <a:lumMod val="65000"/>
                  </a:schemeClr>
                </a:solidFill>
                <a:latin typeface="+mn-lt"/>
                <a:ea typeface="Roboto" panose="02000000000000000000" pitchFamily="2" charset="0"/>
              </a:defRPr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EDITE SUBTITLE</a:t>
            </a:r>
          </a:p>
        </p:txBody>
      </p:sp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508001" y="455085"/>
            <a:ext cx="11157817" cy="660511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4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72934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lIns="0" tIns="91440" rIns="0" bIns="1463040" anchor="b"/>
          <a:lstStyle>
            <a:lvl1pPr algn="ctr" rtl="0">
              <a:buNone/>
              <a:defRPr sz="1867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2103184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+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lIns="0" tIns="91440" rIns="0" bIns="1463040" anchor="b"/>
          <a:lstStyle>
            <a:lvl1pPr algn="ctr" rtl="0">
              <a:buNone/>
              <a:defRPr sz="1867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3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08001" y="1178427"/>
            <a:ext cx="11157817" cy="231007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600" b="0" baseline="0">
                <a:solidFill>
                  <a:schemeClr val="bg1"/>
                </a:solidFill>
                <a:latin typeface="+mn-lt"/>
                <a:ea typeface="Roboto" panose="02000000000000000000" pitchFamily="2" charset="0"/>
              </a:defRPr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EDITE SUBTITLE</a:t>
            </a:r>
          </a:p>
        </p:txBody>
      </p:sp>
      <p:sp>
        <p:nvSpPr>
          <p:cNvPr id="4" name="Title 2"/>
          <p:cNvSpPr>
            <a:spLocks noGrp="1"/>
          </p:cNvSpPr>
          <p:nvPr>
            <p:ph type="title"/>
          </p:nvPr>
        </p:nvSpPr>
        <p:spPr>
          <a:xfrm>
            <a:off x="508001" y="455085"/>
            <a:ext cx="11157817" cy="660511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66738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00200"/>
            <a:ext cx="12192000" cy="3048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tIns="0" bIns="182880" anchor="b"/>
          <a:lstStyle>
            <a:lvl1pPr algn="ctr">
              <a:buNone/>
              <a:defRPr sz="1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08001" y="1178427"/>
            <a:ext cx="11157817" cy="231007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600" b="0" baseline="0">
                <a:solidFill>
                  <a:schemeClr val="bg1">
                    <a:lumMod val="65000"/>
                  </a:schemeClr>
                </a:solidFill>
                <a:latin typeface="+mn-lt"/>
                <a:ea typeface="Roboto" panose="02000000000000000000" pitchFamily="2" charset="0"/>
              </a:defRPr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EDITE SUBTITLE</a:t>
            </a:r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508001" y="455085"/>
            <a:ext cx="11157817" cy="660511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4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1099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icture Placeholder 7"/>
          <p:cNvSpPr>
            <a:spLocks noGrp="1"/>
          </p:cNvSpPr>
          <p:nvPr>
            <p:ph type="pic" sz="quarter" idx="19" hasCustomPrompt="1"/>
          </p:nvPr>
        </p:nvSpPr>
        <p:spPr>
          <a:xfrm>
            <a:off x="502853" y="1842168"/>
            <a:ext cx="2666201" cy="23996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lIns="0" tIns="0" rIns="0" bIns="274320" anchor="b"/>
          <a:lstStyle>
            <a:lvl1pPr algn="ctr" rtl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75" name="Picture Placeholder 7"/>
          <p:cNvSpPr>
            <a:spLocks noGrp="1"/>
          </p:cNvSpPr>
          <p:nvPr>
            <p:ph type="pic" sz="quarter" idx="30" hasCustomPrompt="1"/>
          </p:nvPr>
        </p:nvSpPr>
        <p:spPr>
          <a:xfrm>
            <a:off x="3355718" y="1842168"/>
            <a:ext cx="2666201" cy="23996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lIns="0" tIns="0" rIns="0" bIns="274320" anchor="b"/>
          <a:lstStyle>
            <a:lvl1pPr algn="ctr" rtl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89" name="Picture Placeholder 7"/>
          <p:cNvSpPr>
            <a:spLocks noGrp="1"/>
          </p:cNvSpPr>
          <p:nvPr>
            <p:ph type="pic" sz="quarter" idx="34" hasCustomPrompt="1"/>
          </p:nvPr>
        </p:nvSpPr>
        <p:spPr>
          <a:xfrm>
            <a:off x="6166005" y="1842168"/>
            <a:ext cx="2666201" cy="23996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lIns="0" tIns="0" rIns="0" bIns="274320" anchor="b"/>
          <a:lstStyle>
            <a:lvl1pPr algn="ctr" rtl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94" name="Picture Placeholder 7"/>
          <p:cNvSpPr>
            <a:spLocks noGrp="1"/>
          </p:cNvSpPr>
          <p:nvPr>
            <p:ph type="pic" sz="quarter" idx="38" hasCustomPrompt="1"/>
          </p:nvPr>
        </p:nvSpPr>
        <p:spPr>
          <a:xfrm>
            <a:off x="8999618" y="1842168"/>
            <a:ext cx="2666201" cy="23996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lIns="0" tIns="0" rIns="0" bIns="274320" anchor="b"/>
          <a:lstStyle>
            <a:lvl1pPr algn="ctr" rtl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08001" y="1178427"/>
            <a:ext cx="11157817" cy="231007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600" b="0" baseline="0">
                <a:solidFill>
                  <a:schemeClr val="bg1">
                    <a:lumMod val="65000"/>
                  </a:schemeClr>
                </a:solidFill>
                <a:latin typeface="+mn-lt"/>
                <a:ea typeface="Roboto" panose="02000000000000000000" pitchFamily="2" charset="0"/>
              </a:defRPr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EDITE SUBTITLE</a:t>
            </a:r>
          </a:p>
        </p:txBody>
      </p:sp>
      <p:sp>
        <p:nvSpPr>
          <p:cNvPr id="9" name="Title 2"/>
          <p:cNvSpPr>
            <a:spLocks noGrp="1"/>
          </p:cNvSpPr>
          <p:nvPr>
            <p:ph type="title"/>
          </p:nvPr>
        </p:nvSpPr>
        <p:spPr>
          <a:xfrm>
            <a:off x="508001" y="455085"/>
            <a:ext cx="11157817" cy="660511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4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55791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icture Placeholder 7"/>
          <p:cNvSpPr>
            <a:spLocks noGrp="1"/>
          </p:cNvSpPr>
          <p:nvPr>
            <p:ph type="pic" sz="quarter" idx="19" hasCustomPrompt="1"/>
          </p:nvPr>
        </p:nvSpPr>
        <p:spPr>
          <a:xfrm>
            <a:off x="502853" y="1842168"/>
            <a:ext cx="2666201" cy="36696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lIns="0" tIns="0" rIns="0" bIns="274320" anchor="b"/>
          <a:lstStyle>
            <a:lvl1pPr algn="ctr" rtl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75" name="Picture Placeholder 7"/>
          <p:cNvSpPr>
            <a:spLocks noGrp="1"/>
          </p:cNvSpPr>
          <p:nvPr>
            <p:ph type="pic" sz="quarter" idx="30" hasCustomPrompt="1"/>
          </p:nvPr>
        </p:nvSpPr>
        <p:spPr>
          <a:xfrm>
            <a:off x="3355718" y="1842168"/>
            <a:ext cx="2666201" cy="36696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lIns="0" tIns="0" rIns="0" bIns="274320" anchor="b"/>
          <a:lstStyle>
            <a:lvl1pPr algn="ctr" rtl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89" name="Picture Placeholder 7"/>
          <p:cNvSpPr>
            <a:spLocks noGrp="1"/>
          </p:cNvSpPr>
          <p:nvPr>
            <p:ph type="pic" sz="quarter" idx="34" hasCustomPrompt="1"/>
          </p:nvPr>
        </p:nvSpPr>
        <p:spPr>
          <a:xfrm>
            <a:off x="6166005" y="1842168"/>
            <a:ext cx="2666201" cy="36696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lIns="0" tIns="0" rIns="0" bIns="274320" anchor="b"/>
          <a:lstStyle>
            <a:lvl1pPr algn="ctr" rtl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94" name="Picture Placeholder 7"/>
          <p:cNvSpPr>
            <a:spLocks noGrp="1"/>
          </p:cNvSpPr>
          <p:nvPr>
            <p:ph type="pic" sz="quarter" idx="38" hasCustomPrompt="1"/>
          </p:nvPr>
        </p:nvSpPr>
        <p:spPr>
          <a:xfrm>
            <a:off x="8999618" y="1842168"/>
            <a:ext cx="2666201" cy="36696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lIns="0" tIns="0" rIns="0" bIns="274320" anchor="b"/>
          <a:lstStyle>
            <a:lvl1pPr algn="ctr" rtl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08001" y="1178427"/>
            <a:ext cx="11157817" cy="231007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600" b="0" baseline="0">
                <a:solidFill>
                  <a:schemeClr val="bg1">
                    <a:lumMod val="65000"/>
                  </a:schemeClr>
                </a:solidFill>
                <a:latin typeface="+mn-lt"/>
                <a:ea typeface="Roboto" panose="02000000000000000000" pitchFamily="2" charset="0"/>
              </a:defRPr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EDITE SUBTITLE</a:t>
            </a:r>
          </a:p>
        </p:txBody>
      </p:sp>
      <p:sp>
        <p:nvSpPr>
          <p:cNvPr id="9" name="Title 2"/>
          <p:cNvSpPr>
            <a:spLocks noGrp="1"/>
          </p:cNvSpPr>
          <p:nvPr>
            <p:ph type="title"/>
          </p:nvPr>
        </p:nvSpPr>
        <p:spPr>
          <a:xfrm>
            <a:off x="508001" y="455085"/>
            <a:ext cx="11157817" cy="660511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4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17611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icture Placeholder 7"/>
          <p:cNvSpPr>
            <a:spLocks noGrp="1"/>
          </p:cNvSpPr>
          <p:nvPr>
            <p:ph type="pic" sz="quarter" idx="19" hasCustomPrompt="1"/>
          </p:nvPr>
        </p:nvSpPr>
        <p:spPr>
          <a:xfrm>
            <a:off x="502853" y="1842168"/>
            <a:ext cx="2666201" cy="26028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lIns="0" tIns="0" rIns="0" bIns="274320" anchor="b"/>
          <a:lstStyle>
            <a:lvl1pPr algn="ctr" rtl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75" name="Picture Placeholder 7"/>
          <p:cNvSpPr>
            <a:spLocks noGrp="1"/>
          </p:cNvSpPr>
          <p:nvPr>
            <p:ph type="pic" sz="quarter" idx="30" hasCustomPrompt="1"/>
          </p:nvPr>
        </p:nvSpPr>
        <p:spPr>
          <a:xfrm>
            <a:off x="3355718" y="1842168"/>
            <a:ext cx="2666201" cy="26028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lIns="0" tIns="0" rIns="0" bIns="274320" anchor="b"/>
          <a:lstStyle>
            <a:lvl1pPr algn="ctr" rtl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89" name="Picture Placeholder 7"/>
          <p:cNvSpPr>
            <a:spLocks noGrp="1"/>
          </p:cNvSpPr>
          <p:nvPr>
            <p:ph type="pic" sz="quarter" idx="34" hasCustomPrompt="1"/>
          </p:nvPr>
        </p:nvSpPr>
        <p:spPr>
          <a:xfrm>
            <a:off x="6166005" y="1842168"/>
            <a:ext cx="2666201" cy="26028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lIns="0" tIns="0" rIns="0" bIns="274320" anchor="b"/>
          <a:lstStyle>
            <a:lvl1pPr algn="ctr" rtl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94" name="Picture Placeholder 7"/>
          <p:cNvSpPr>
            <a:spLocks noGrp="1"/>
          </p:cNvSpPr>
          <p:nvPr>
            <p:ph type="pic" sz="quarter" idx="38" hasCustomPrompt="1"/>
          </p:nvPr>
        </p:nvSpPr>
        <p:spPr>
          <a:xfrm>
            <a:off x="8999618" y="1842168"/>
            <a:ext cx="2666201" cy="26028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lIns="0" tIns="0" rIns="0" bIns="274320" anchor="b"/>
          <a:lstStyle>
            <a:lvl1pPr algn="ctr" rtl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08001" y="1178427"/>
            <a:ext cx="11157817" cy="231007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600" b="0" baseline="0">
                <a:solidFill>
                  <a:schemeClr val="bg1">
                    <a:lumMod val="65000"/>
                  </a:schemeClr>
                </a:solidFill>
                <a:latin typeface="+mn-lt"/>
                <a:ea typeface="Roboto" panose="02000000000000000000" pitchFamily="2" charset="0"/>
              </a:defRPr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EDITE SUBTITLE</a:t>
            </a:r>
          </a:p>
        </p:txBody>
      </p:sp>
      <p:sp>
        <p:nvSpPr>
          <p:cNvPr id="9" name="Title 2"/>
          <p:cNvSpPr>
            <a:spLocks noGrp="1"/>
          </p:cNvSpPr>
          <p:nvPr>
            <p:ph type="title"/>
          </p:nvPr>
        </p:nvSpPr>
        <p:spPr>
          <a:xfrm>
            <a:off x="508001" y="455085"/>
            <a:ext cx="11157817" cy="660511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4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37087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icture Placeholder 7"/>
          <p:cNvSpPr>
            <a:spLocks noGrp="1"/>
          </p:cNvSpPr>
          <p:nvPr>
            <p:ph type="pic" sz="quarter" idx="30" hasCustomPrompt="1"/>
          </p:nvPr>
        </p:nvSpPr>
        <p:spPr>
          <a:xfrm>
            <a:off x="3355718" y="1842168"/>
            <a:ext cx="2666201" cy="45332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lIns="0" tIns="0" rIns="0" bIns="274320" anchor="b"/>
          <a:lstStyle>
            <a:lvl1pPr algn="ctr" rtl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94" name="Picture Placeholder 7"/>
          <p:cNvSpPr>
            <a:spLocks noGrp="1"/>
          </p:cNvSpPr>
          <p:nvPr>
            <p:ph type="pic" sz="quarter" idx="38" hasCustomPrompt="1"/>
          </p:nvPr>
        </p:nvSpPr>
        <p:spPr>
          <a:xfrm>
            <a:off x="8999618" y="1842168"/>
            <a:ext cx="2666201" cy="45332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lIns="0" tIns="0" rIns="0" bIns="274320" anchor="b"/>
          <a:lstStyle>
            <a:lvl1pPr algn="ctr" rtl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08001" y="1178427"/>
            <a:ext cx="11157817" cy="231007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600" b="0" baseline="0">
                <a:solidFill>
                  <a:schemeClr val="bg1">
                    <a:lumMod val="65000"/>
                  </a:schemeClr>
                </a:solidFill>
                <a:latin typeface="+mn-lt"/>
                <a:ea typeface="Roboto" panose="02000000000000000000" pitchFamily="2" charset="0"/>
              </a:defRPr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EDITE SUBTITLE</a:t>
            </a:r>
          </a:p>
        </p:txBody>
      </p:sp>
      <p:sp>
        <p:nvSpPr>
          <p:cNvPr id="9" name="Title 2"/>
          <p:cNvSpPr>
            <a:spLocks noGrp="1"/>
          </p:cNvSpPr>
          <p:nvPr>
            <p:ph type="title"/>
          </p:nvPr>
        </p:nvSpPr>
        <p:spPr>
          <a:xfrm>
            <a:off x="508001" y="455085"/>
            <a:ext cx="11157817" cy="660511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4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24686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08001" y="1178427"/>
            <a:ext cx="11157817" cy="231007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600" b="0" baseline="0">
                <a:solidFill>
                  <a:schemeClr val="bg1">
                    <a:lumMod val="65000"/>
                  </a:schemeClr>
                </a:solidFill>
                <a:latin typeface="+mn-lt"/>
                <a:ea typeface="Roboto" panose="02000000000000000000" pitchFamily="2" charset="0"/>
              </a:defRPr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EDITE SUBTITLE</a:t>
            </a:r>
          </a:p>
        </p:txBody>
      </p:sp>
      <p:sp>
        <p:nvSpPr>
          <p:cNvPr id="9" name="Title 2"/>
          <p:cNvSpPr>
            <a:spLocks noGrp="1"/>
          </p:cNvSpPr>
          <p:nvPr>
            <p:ph type="title"/>
          </p:nvPr>
        </p:nvSpPr>
        <p:spPr>
          <a:xfrm>
            <a:off x="508001" y="455085"/>
            <a:ext cx="11157817" cy="660511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4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7"/>
          <p:cNvSpPr>
            <a:spLocks noGrp="1"/>
          </p:cNvSpPr>
          <p:nvPr>
            <p:ph type="pic" sz="quarter" idx="11" hasCustomPrompt="1"/>
          </p:nvPr>
        </p:nvSpPr>
        <p:spPr>
          <a:xfrm>
            <a:off x="508000" y="1866900"/>
            <a:ext cx="5486400" cy="3289301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lIns="0" tIns="0" rIns="0" bIns="182880" anchor="b"/>
          <a:lstStyle>
            <a:lvl1pPr algn="ctr" rtl="0">
              <a:buNone/>
              <a:defRPr sz="1467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15" name="Picture Placeholder 7"/>
          <p:cNvSpPr>
            <a:spLocks noGrp="1"/>
          </p:cNvSpPr>
          <p:nvPr>
            <p:ph type="pic" sz="quarter" idx="12" hasCustomPrompt="1"/>
          </p:nvPr>
        </p:nvSpPr>
        <p:spPr>
          <a:xfrm>
            <a:off x="6179417" y="1866900"/>
            <a:ext cx="5486400" cy="3289301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lIns="0" tIns="0" rIns="0" bIns="182880" anchor="b"/>
          <a:lstStyle>
            <a:lvl1pPr algn="ctr" rtl="0">
              <a:buNone/>
              <a:defRPr sz="1467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4073284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08001" y="1178427"/>
            <a:ext cx="11157817" cy="231007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600" b="0" baseline="0">
                <a:solidFill>
                  <a:schemeClr val="bg1">
                    <a:lumMod val="65000"/>
                  </a:schemeClr>
                </a:solidFill>
                <a:latin typeface="+mn-lt"/>
                <a:ea typeface="Roboto" panose="02000000000000000000" pitchFamily="2" charset="0"/>
              </a:defRPr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EDITE SUBTITLE</a:t>
            </a:r>
          </a:p>
        </p:txBody>
      </p:sp>
      <p:sp>
        <p:nvSpPr>
          <p:cNvPr id="9" name="Title 2"/>
          <p:cNvSpPr>
            <a:spLocks noGrp="1"/>
          </p:cNvSpPr>
          <p:nvPr>
            <p:ph type="title"/>
          </p:nvPr>
        </p:nvSpPr>
        <p:spPr>
          <a:xfrm>
            <a:off x="508001" y="455085"/>
            <a:ext cx="11157817" cy="660511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4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4308909" y="1866899"/>
            <a:ext cx="3556000" cy="36449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lIns="0" tIns="0" rIns="0" bIns="182880" anchor="b"/>
          <a:lstStyle>
            <a:lvl1pPr algn="ctr" rtl="0">
              <a:buNone/>
              <a:defRPr sz="1867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14" name="Picture Placeholder 7"/>
          <p:cNvSpPr>
            <a:spLocks noGrp="1"/>
          </p:cNvSpPr>
          <p:nvPr>
            <p:ph type="pic" sz="quarter" idx="11" hasCustomPrompt="1"/>
          </p:nvPr>
        </p:nvSpPr>
        <p:spPr>
          <a:xfrm>
            <a:off x="508000" y="1866899"/>
            <a:ext cx="3556000" cy="36449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lIns="0" tIns="0" rIns="0" bIns="182880" anchor="b"/>
          <a:lstStyle>
            <a:lvl1pPr algn="ctr" rtl="0">
              <a:buNone/>
              <a:defRPr sz="1867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15" name="Picture Placeholder 7"/>
          <p:cNvSpPr>
            <a:spLocks noGrp="1"/>
          </p:cNvSpPr>
          <p:nvPr>
            <p:ph type="pic" sz="quarter" idx="12" hasCustomPrompt="1"/>
          </p:nvPr>
        </p:nvSpPr>
        <p:spPr>
          <a:xfrm>
            <a:off x="8109817" y="1866899"/>
            <a:ext cx="3556000" cy="36449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lIns="0" tIns="0" rIns="0" bIns="182880" anchor="b"/>
          <a:lstStyle>
            <a:lvl1pPr algn="ctr" rtl="0">
              <a:buNone/>
              <a:defRPr sz="1867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1962732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icture Placeholder 7"/>
          <p:cNvSpPr>
            <a:spLocks noGrp="1"/>
          </p:cNvSpPr>
          <p:nvPr>
            <p:ph type="pic" sz="quarter" idx="19" hasCustomPrompt="1"/>
          </p:nvPr>
        </p:nvSpPr>
        <p:spPr>
          <a:xfrm>
            <a:off x="689847" y="2029432"/>
            <a:ext cx="2292213" cy="229552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lIns="0" tIns="0" rIns="0" bIns="274320" anchor="b"/>
          <a:lstStyle>
            <a:lvl1pPr algn="ctr" rtl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75" name="Picture Placeholder 7"/>
          <p:cNvSpPr>
            <a:spLocks noGrp="1"/>
          </p:cNvSpPr>
          <p:nvPr>
            <p:ph type="pic" sz="quarter" idx="30" hasCustomPrompt="1"/>
          </p:nvPr>
        </p:nvSpPr>
        <p:spPr>
          <a:xfrm>
            <a:off x="3542712" y="2029432"/>
            <a:ext cx="2292213" cy="229552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lIns="0" tIns="0" rIns="0" bIns="274320" anchor="b"/>
          <a:lstStyle>
            <a:lvl1pPr algn="ctr" rtl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89" name="Picture Placeholder 7"/>
          <p:cNvSpPr>
            <a:spLocks noGrp="1"/>
          </p:cNvSpPr>
          <p:nvPr>
            <p:ph type="pic" sz="quarter" idx="34" hasCustomPrompt="1"/>
          </p:nvPr>
        </p:nvSpPr>
        <p:spPr>
          <a:xfrm>
            <a:off x="6352999" y="2029432"/>
            <a:ext cx="2292213" cy="229552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lIns="0" tIns="0" rIns="0" bIns="274320" anchor="b"/>
          <a:lstStyle>
            <a:lvl1pPr algn="ctr" rtl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94" name="Picture Placeholder 7"/>
          <p:cNvSpPr>
            <a:spLocks noGrp="1"/>
          </p:cNvSpPr>
          <p:nvPr>
            <p:ph type="pic" sz="quarter" idx="38" hasCustomPrompt="1"/>
          </p:nvPr>
        </p:nvSpPr>
        <p:spPr>
          <a:xfrm>
            <a:off x="9186612" y="2029432"/>
            <a:ext cx="2292213" cy="229552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lIns="0" tIns="0" rIns="0" bIns="274320" anchor="b"/>
          <a:lstStyle>
            <a:lvl1pPr algn="ctr" rtl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08001" y="1178427"/>
            <a:ext cx="11157817" cy="231007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600" b="0" baseline="0">
                <a:solidFill>
                  <a:schemeClr val="bg1">
                    <a:lumMod val="65000"/>
                  </a:schemeClr>
                </a:solidFill>
                <a:latin typeface="+mn-lt"/>
                <a:ea typeface="Roboto" panose="02000000000000000000" pitchFamily="2" charset="0"/>
              </a:defRPr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EDITE SUBTITLE</a:t>
            </a:r>
          </a:p>
        </p:txBody>
      </p:sp>
      <p:sp>
        <p:nvSpPr>
          <p:cNvPr id="9" name="Title 2"/>
          <p:cNvSpPr>
            <a:spLocks noGrp="1"/>
          </p:cNvSpPr>
          <p:nvPr>
            <p:ph type="title"/>
          </p:nvPr>
        </p:nvSpPr>
        <p:spPr>
          <a:xfrm>
            <a:off x="508001" y="455085"/>
            <a:ext cx="11157817" cy="660511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4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295461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08001" y="1178427"/>
            <a:ext cx="11157817" cy="231007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600" b="0" baseline="0">
                <a:solidFill>
                  <a:schemeClr val="bg1">
                    <a:lumMod val="65000"/>
                  </a:schemeClr>
                </a:solidFill>
                <a:latin typeface="+mn-lt"/>
                <a:ea typeface="Roboto" panose="02000000000000000000" pitchFamily="2" charset="0"/>
              </a:defRPr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EDITE SUBTITLE</a:t>
            </a:r>
          </a:p>
        </p:txBody>
      </p:sp>
      <p:sp>
        <p:nvSpPr>
          <p:cNvPr id="9" name="Title 2"/>
          <p:cNvSpPr>
            <a:spLocks noGrp="1"/>
          </p:cNvSpPr>
          <p:nvPr>
            <p:ph type="title"/>
          </p:nvPr>
        </p:nvSpPr>
        <p:spPr>
          <a:xfrm>
            <a:off x="508001" y="455085"/>
            <a:ext cx="11157817" cy="660511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4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30" hasCustomPrompt="1"/>
          </p:nvPr>
        </p:nvSpPr>
        <p:spPr>
          <a:xfrm>
            <a:off x="3911598" y="1930400"/>
            <a:ext cx="1914341" cy="1914341"/>
          </a:xfrm>
          <a:custGeom>
            <a:avLst/>
            <a:gdLst>
              <a:gd name="connsiteX0" fmla="*/ 717878 w 1435756"/>
              <a:gd name="connsiteY0" fmla="*/ 0 h 1435756"/>
              <a:gd name="connsiteX1" fmla="*/ 1225495 w 1435756"/>
              <a:gd name="connsiteY1" fmla="*/ 210262 h 1435756"/>
              <a:gd name="connsiteX2" fmla="*/ 1225495 w 1435756"/>
              <a:gd name="connsiteY2" fmla="*/ 1225495 h 1435756"/>
              <a:gd name="connsiteX3" fmla="*/ 210262 w 1435756"/>
              <a:gd name="connsiteY3" fmla="*/ 1225495 h 1435756"/>
              <a:gd name="connsiteX4" fmla="*/ 210262 w 1435756"/>
              <a:gd name="connsiteY4" fmla="*/ 210262 h 1435756"/>
              <a:gd name="connsiteX5" fmla="*/ 717878 w 1435756"/>
              <a:gd name="connsiteY5" fmla="*/ 0 h 1435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35756" h="1435756">
                <a:moveTo>
                  <a:pt x="717878" y="0"/>
                </a:moveTo>
                <a:cubicBezTo>
                  <a:pt x="901599" y="0"/>
                  <a:pt x="1085320" y="70087"/>
                  <a:pt x="1225495" y="210262"/>
                </a:cubicBezTo>
                <a:cubicBezTo>
                  <a:pt x="1505844" y="490611"/>
                  <a:pt x="1505844" y="945145"/>
                  <a:pt x="1225495" y="1225495"/>
                </a:cubicBezTo>
                <a:cubicBezTo>
                  <a:pt x="945145" y="1505844"/>
                  <a:pt x="490611" y="1505844"/>
                  <a:pt x="210262" y="1225495"/>
                </a:cubicBezTo>
                <a:cubicBezTo>
                  <a:pt x="-70088" y="945145"/>
                  <a:pt x="-70088" y="490611"/>
                  <a:pt x="210262" y="210262"/>
                </a:cubicBezTo>
                <a:cubicBezTo>
                  <a:pt x="350436" y="70087"/>
                  <a:pt x="534157" y="0"/>
                  <a:pt x="717878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wrap="square" lIns="0" tIns="0" rIns="0" bIns="274320" anchor="b">
            <a:noAutofit/>
          </a:bodyPr>
          <a:lstStyle>
            <a:lvl1pPr algn="ctr" rtl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31" hasCustomPrompt="1"/>
          </p:nvPr>
        </p:nvSpPr>
        <p:spPr>
          <a:xfrm>
            <a:off x="6366059" y="1930400"/>
            <a:ext cx="1914341" cy="1914341"/>
          </a:xfrm>
          <a:custGeom>
            <a:avLst/>
            <a:gdLst>
              <a:gd name="connsiteX0" fmla="*/ 717878 w 1435756"/>
              <a:gd name="connsiteY0" fmla="*/ 0 h 1435756"/>
              <a:gd name="connsiteX1" fmla="*/ 1225495 w 1435756"/>
              <a:gd name="connsiteY1" fmla="*/ 210262 h 1435756"/>
              <a:gd name="connsiteX2" fmla="*/ 1225495 w 1435756"/>
              <a:gd name="connsiteY2" fmla="*/ 1225495 h 1435756"/>
              <a:gd name="connsiteX3" fmla="*/ 210262 w 1435756"/>
              <a:gd name="connsiteY3" fmla="*/ 1225495 h 1435756"/>
              <a:gd name="connsiteX4" fmla="*/ 210262 w 1435756"/>
              <a:gd name="connsiteY4" fmla="*/ 210262 h 1435756"/>
              <a:gd name="connsiteX5" fmla="*/ 717878 w 1435756"/>
              <a:gd name="connsiteY5" fmla="*/ 0 h 1435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35756" h="1435756">
                <a:moveTo>
                  <a:pt x="717878" y="0"/>
                </a:moveTo>
                <a:cubicBezTo>
                  <a:pt x="901599" y="0"/>
                  <a:pt x="1085320" y="70087"/>
                  <a:pt x="1225495" y="210262"/>
                </a:cubicBezTo>
                <a:cubicBezTo>
                  <a:pt x="1505844" y="490611"/>
                  <a:pt x="1505844" y="945145"/>
                  <a:pt x="1225495" y="1225495"/>
                </a:cubicBezTo>
                <a:cubicBezTo>
                  <a:pt x="945146" y="1505844"/>
                  <a:pt x="490611" y="1505844"/>
                  <a:pt x="210262" y="1225495"/>
                </a:cubicBezTo>
                <a:cubicBezTo>
                  <a:pt x="-70088" y="945145"/>
                  <a:pt x="-70088" y="490611"/>
                  <a:pt x="210262" y="210262"/>
                </a:cubicBezTo>
                <a:cubicBezTo>
                  <a:pt x="350436" y="70087"/>
                  <a:pt x="534157" y="0"/>
                  <a:pt x="717878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wrap="square" lIns="0" tIns="0" rIns="0" bIns="274320" anchor="b">
            <a:noAutofit/>
          </a:bodyPr>
          <a:lstStyle>
            <a:lvl1pPr algn="ctr" rtl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22" name="Picture Placeholder 21"/>
          <p:cNvSpPr>
            <a:spLocks noGrp="1"/>
          </p:cNvSpPr>
          <p:nvPr>
            <p:ph type="pic" sz="quarter" idx="32" hasCustomPrompt="1"/>
          </p:nvPr>
        </p:nvSpPr>
        <p:spPr>
          <a:xfrm>
            <a:off x="6366059" y="4384862"/>
            <a:ext cx="1914341" cy="1914341"/>
          </a:xfrm>
          <a:custGeom>
            <a:avLst/>
            <a:gdLst>
              <a:gd name="connsiteX0" fmla="*/ 717878 w 1435756"/>
              <a:gd name="connsiteY0" fmla="*/ 0 h 1435756"/>
              <a:gd name="connsiteX1" fmla="*/ 1225495 w 1435756"/>
              <a:gd name="connsiteY1" fmla="*/ 210262 h 1435756"/>
              <a:gd name="connsiteX2" fmla="*/ 1225495 w 1435756"/>
              <a:gd name="connsiteY2" fmla="*/ 1225495 h 1435756"/>
              <a:gd name="connsiteX3" fmla="*/ 210262 w 1435756"/>
              <a:gd name="connsiteY3" fmla="*/ 1225495 h 1435756"/>
              <a:gd name="connsiteX4" fmla="*/ 210262 w 1435756"/>
              <a:gd name="connsiteY4" fmla="*/ 210262 h 1435756"/>
              <a:gd name="connsiteX5" fmla="*/ 717878 w 1435756"/>
              <a:gd name="connsiteY5" fmla="*/ 0 h 1435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35756" h="1435756">
                <a:moveTo>
                  <a:pt x="717878" y="0"/>
                </a:moveTo>
                <a:cubicBezTo>
                  <a:pt x="901599" y="0"/>
                  <a:pt x="1085320" y="70087"/>
                  <a:pt x="1225495" y="210262"/>
                </a:cubicBezTo>
                <a:cubicBezTo>
                  <a:pt x="1505844" y="490611"/>
                  <a:pt x="1505844" y="945146"/>
                  <a:pt x="1225495" y="1225495"/>
                </a:cubicBezTo>
                <a:cubicBezTo>
                  <a:pt x="945146" y="1505844"/>
                  <a:pt x="490611" y="1505844"/>
                  <a:pt x="210262" y="1225495"/>
                </a:cubicBezTo>
                <a:cubicBezTo>
                  <a:pt x="-70088" y="945146"/>
                  <a:pt x="-70088" y="490611"/>
                  <a:pt x="210262" y="210262"/>
                </a:cubicBezTo>
                <a:cubicBezTo>
                  <a:pt x="350436" y="70087"/>
                  <a:pt x="534157" y="0"/>
                  <a:pt x="717878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wrap="square" lIns="0" tIns="0" rIns="0" bIns="274320" anchor="b">
            <a:noAutofit/>
          </a:bodyPr>
          <a:lstStyle>
            <a:lvl1pPr algn="ctr" rtl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33" hasCustomPrompt="1"/>
          </p:nvPr>
        </p:nvSpPr>
        <p:spPr>
          <a:xfrm>
            <a:off x="3911598" y="4384862"/>
            <a:ext cx="1914341" cy="1914341"/>
          </a:xfrm>
          <a:custGeom>
            <a:avLst/>
            <a:gdLst>
              <a:gd name="connsiteX0" fmla="*/ 717878 w 1435756"/>
              <a:gd name="connsiteY0" fmla="*/ 0 h 1435756"/>
              <a:gd name="connsiteX1" fmla="*/ 1225495 w 1435756"/>
              <a:gd name="connsiteY1" fmla="*/ 210262 h 1435756"/>
              <a:gd name="connsiteX2" fmla="*/ 1225495 w 1435756"/>
              <a:gd name="connsiteY2" fmla="*/ 1225495 h 1435756"/>
              <a:gd name="connsiteX3" fmla="*/ 210262 w 1435756"/>
              <a:gd name="connsiteY3" fmla="*/ 1225495 h 1435756"/>
              <a:gd name="connsiteX4" fmla="*/ 210262 w 1435756"/>
              <a:gd name="connsiteY4" fmla="*/ 210262 h 1435756"/>
              <a:gd name="connsiteX5" fmla="*/ 717878 w 1435756"/>
              <a:gd name="connsiteY5" fmla="*/ 0 h 1435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35756" h="1435756">
                <a:moveTo>
                  <a:pt x="717878" y="0"/>
                </a:moveTo>
                <a:cubicBezTo>
                  <a:pt x="901599" y="0"/>
                  <a:pt x="1085320" y="70087"/>
                  <a:pt x="1225495" y="210262"/>
                </a:cubicBezTo>
                <a:cubicBezTo>
                  <a:pt x="1505844" y="490611"/>
                  <a:pt x="1505844" y="945146"/>
                  <a:pt x="1225495" y="1225495"/>
                </a:cubicBezTo>
                <a:cubicBezTo>
                  <a:pt x="945145" y="1505844"/>
                  <a:pt x="490611" y="1505844"/>
                  <a:pt x="210262" y="1225495"/>
                </a:cubicBezTo>
                <a:cubicBezTo>
                  <a:pt x="-70088" y="945146"/>
                  <a:pt x="-70088" y="490611"/>
                  <a:pt x="210262" y="210262"/>
                </a:cubicBezTo>
                <a:cubicBezTo>
                  <a:pt x="350436" y="70087"/>
                  <a:pt x="534157" y="0"/>
                  <a:pt x="717878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wrap="square" lIns="0" tIns="0" rIns="0" bIns="274320" anchor="b">
            <a:noAutofit/>
          </a:bodyPr>
          <a:lstStyle>
            <a:lvl1pPr algn="ctr" rtl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11326915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08001" y="1178427"/>
            <a:ext cx="11157817" cy="231007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600" b="0" baseline="0">
                <a:solidFill>
                  <a:schemeClr val="bg1">
                    <a:lumMod val="65000"/>
                  </a:schemeClr>
                </a:solidFill>
                <a:latin typeface="+mn-lt"/>
                <a:ea typeface="Roboto" panose="02000000000000000000" pitchFamily="2" charset="0"/>
              </a:defRPr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EDITE SUBTITLE</a:t>
            </a:r>
          </a:p>
        </p:txBody>
      </p:sp>
      <p:sp>
        <p:nvSpPr>
          <p:cNvPr id="9" name="Title 2"/>
          <p:cNvSpPr>
            <a:spLocks noGrp="1"/>
          </p:cNvSpPr>
          <p:nvPr>
            <p:ph type="title"/>
          </p:nvPr>
        </p:nvSpPr>
        <p:spPr>
          <a:xfrm>
            <a:off x="508001" y="455085"/>
            <a:ext cx="11157817" cy="660511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4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8" name="Picture Placeholder 27"/>
          <p:cNvSpPr>
            <a:spLocks noGrp="1"/>
          </p:cNvSpPr>
          <p:nvPr>
            <p:ph type="pic" sz="quarter" idx="31" hasCustomPrompt="1"/>
          </p:nvPr>
        </p:nvSpPr>
        <p:spPr>
          <a:xfrm>
            <a:off x="6150600" y="2082068"/>
            <a:ext cx="1415112" cy="1415112"/>
          </a:xfrm>
          <a:custGeom>
            <a:avLst/>
            <a:gdLst>
              <a:gd name="connsiteX0" fmla="*/ 567593 w 1061334"/>
              <a:gd name="connsiteY0" fmla="*/ 1321 h 1061334"/>
              <a:gd name="connsiteX1" fmla="*/ 990162 w 1061334"/>
              <a:gd name="connsiteY1" fmla="*/ 265378 h 1061334"/>
              <a:gd name="connsiteX2" fmla="*/ 795957 w 1061334"/>
              <a:gd name="connsiteY2" fmla="*/ 990162 h 1061334"/>
              <a:gd name="connsiteX3" fmla="*/ 71172 w 1061334"/>
              <a:gd name="connsiteY3" fmla="*/ 795957 h 1061334"/>
              <a:gd name="connsiteX4" fmla="*/ 265378 w 1061334"/>
              <a:gd name="connsiteY4" fmla="*/ 71172 h 1061334"/>
              <a:gd name="connsiteX5" fmla="*/ 567593 w 1061334"/>
              <a:gd name="connsiteY5" fmla="*/ 1321 h 106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61334" h="1061334">
                <a:moveTo>
                  <a:pt x="567593" y="1321"/>
                </a:moveTo>
                <a:cubicBezTo>
                  <a:pt x="737494" y="13328"/>
                  <a:pt x="898590" y="106770"/>
                  <a:pt x="990162" y="265378"/>
                </a:cubicBezTo>
                <a:cubicBezTo>
                  <a:pt x="1136677" y="519150"/>
                  <a:pt x="1049729" y="843647"/>
                  <a:pt x="795957" y="990162"/>
                </a:cubicBezTo>
                <a:cubicBezTo>
                  <a:pt x="542185" y="1136677"/>
                  <a:pt x="217688" y="1049729"/>
                  <a:pt x="71172" y="795957"/>
                </a:cubicBezTo>
                <a:cubicBezTo>
                  <a:pt x="-75343" y="542185"/>
                  <a:pt x="11605" y="217687"/>
                  <a:pt x="265378" y="71172"/>
                </a:cubicBezTo>
                <a:cubicBezTo>
                  <a:pt x="360542" y="16229"/>
                  <a:pt x="465652" y="-5884"/>
                  <a:pt x="567593" y="1321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wrap="square" lIns="0" tIns="0" rIns="0" bIns="274320" anchor="b">
            <a:noAutofit/>
          </a:bodyPr>
          <a:lstStyle>
            <a:lvl1pPr algn="ctr" rtl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32" name="Picture Placeholder 31"/>
          <p:cNvSpPr>
            <a:spLocks noGrp="1"/>
          </p:cNvSpPr>
          <p:nvPr>
            <p:ph type="pic" sz="quarter" idx="32" hasCustomPrompt="1"/>
          </p:nvPr>
        </p:nvSpPr>
        <p:spPr>
          <a:xfrm>
            <a:off x="6921848" y="3417909"/>
            <a:ext cx="1415112" cy="1415112"/>
          </a:xfrm>
          <a:custGeom>
            <a:avLst/>
            <a:gdLst>
              <a:gd name="connsiteX0" fmla="*/ 567593 w 1061334"/>
              <a:gd name="connsiteY0" fmla="*/ 1321 h 1061334"/>
              <a:gd name="connsiteX1" fmla="*/ 990162 w 1061334"/>
              <a:gd name="connsiteY1" fmla="*/ 265378 h 1061334"/>
              <a:gd name="connsiteX2" fmla="*/ 795957 w 1061334"/>
              <a:gd name="connsiteY2" fmla="*/ 990162 h 1061334"/>
              <a:gd name="connsiteX3" fmla="*/ 71172 w 1061334"/>
              <a:gd name="connsiteY3" fmla="*/ 795957 h 1061334"/>
              <a:gd name="connsiteX4" fmla="*/ 265378 w 1061334"/>
              <a:gd name="connsiteY4" fmla="*/ 71172 h 1061334"/>
              <a:gd name="connsiteX5" fmla="*/ 567593 w 1061334"/>
              <a:gd name="connsiteY5" fmla="*/ 1321 h 106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61334" h="1061334">
                <a:moveTo>
                  <a:pt x="567593" y="1321"/>
                </a:moveTo>
                <a:cubicBezTo>
                  <a:pt x="737494" y="13328"/>
                  <a:pt x="898590" y="106770"/>
                  <a:pt x="990162" y="265378"/>
                </a:cubicBezTo>
                <a:cubicBezTo>
                  <a:pt x="1136677" y="519150"/>
                  <a:pt x="1049729" y="843647"/>
                  <a:pt x="795957" y="990162"/>
                </a:cubicBezTo>
                <a:cubicBezTo>
                  <a:pt x="542185" y="1136677"/>
                  <a:pt x="217688" y="1049729"/>
                  <a:pt x="71172" y="795957"/>
                </a:cubicBezTo>
                <a:cubicBezTo>
                  <a:pt x="-75343" y="542185"/>
                  <a:pt x="11605" y="217688"/>
                  <a:pt x="265378" y="71172"/>
                </a:cubicBezTo>
                <a:cubicBezTo>
                  <a:pt x="360542" y="16229"/>
                  <a:pt x="465652" y="-5884"/>
                  <a:pt x="567593" y="1321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wrap="square" lIns="0" tIns="0" rIns="0" bIns="274320" anchor="b">
            <a:noAutofit/>
          </a:bodyPr>
          <a:lstStyle>
            <a:lvl1pPr algn="ctr" rtl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31" name="Picture Placeholder 30"/>
          <p:cNvSpPr>
            <a:spLocks noGrp="1"/>
          </p:cNvSpPr>
          <p:nvPr>
            <p:ph type="pic" sz="quarter" idx="33" hasCustomPrompt="1"/>
          </p:nvPr>
        </p:nvSpPr>
        <p:spPr>
          <a:xfrm>
            <a:off x="6150600" y="4753751"/>
            <a:ext cx="1415112" cy="1415112"/>
          </a:xfrm>
          <a:custGeom>
            <a:avLst/>
            <a:gdLst>
              <a:gd name="connsiteX0" fmla="*/ 567593 w 1061334"/>
              <a:gd name="connsiteY0" fmla="*/ 1321 h 1061334"/>
              <a:gd name="connsiteX1" fmla="*/ 990162 w 1061334"/>
              <a:gd name="connsiteY1" fmla="*/ 265378 h 1061334"/>
              <a:gd name="connsiteX2" fmla="*/ 795957 w 1061334"/>
              <a:gd name="connsiteY2" fmla="*/ 990162 h 1061334"/>
              <a:gd name="connsiteX3" fmla="*/ 71172 w 1061334"/>
              <a:gd name="connsiteY3" fmla="*/ 795957 h 1061334"/>
              <a:gd name="connsiteX4" fmla="*/ 265378 w 1061334"/>
              <a:gd name="connsiteY4" fmla="*/ 71172 h 1061334"/>
              <a:gd name="connsiteX5" fmla="*/ 567593 w 1061334"/>
              <a:gd name="connsiteY5" fmla="*/ 1321 h 106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61334" h="1061334">
                <a:moveTo>
                  <a:pt x="567593" y="1321"/>
                </a:moveTo>
                <a:cubicBezTo>
                  <a:pt x="737494" y="13328"/>
                  <a:pt x="898590" y="106770"/>
                  <a:pt x="990162" y="265378"/>
                </a:cubicBezTo>
                <a:cubicBezTo>
                  <a:pt x="1136677" y="519150"/>
                  <a:pt x="1049729" y="843647"/>
                  <a:pt x="795957" y="990162"/>
                </a:cubicBezTo>
                <a:cubicBezTo>
                  <a:pt x="542185" y="1136677"/>
                  <a:pt x="217688" y="1049729"/>
                  <a:pt x="71172" y="795957"/>
                </a:cubicBezTo>
                <a:cubicBezTo>
                  <a:pt x="-75343" y="542185"/>
                  <a:pt x="11605" y="217688"/>
                  <a:pt x="265378" y="71172"/>
                </a:cubicBezTo>
                <a:cubicBezTo>
                  <a:pt x="360542" y="16229"/>
                  <a:pt x="465652" y="-5884"/>
                  <a:pt x="567593" y="1321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wrap="square" lIns="0" tIns="0" rIns="0" bIns="274320" anchor="b">
            <a:noAutofit/>
          </a:bodyPr>
          <a:lstStyle>
            <a:lvl1pPr algn="ctr" rtl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30" name="Picture Placeholder 29"/>
          <p:cNvSpPr>
            <a:spLocks noGrp="1"/>
          </p:cNvSpPr>
          <p:nvPr>
            <p:ph type="pic" sz="quarter" idx="34" hasCustomPrompt="1"/>
          </p:nvPr>
        </p:nvSpPr>
        <p:spPr>
          <a:xfrm>
            <a:off x="4608104" y="4753751"/>
            <a:ext cx="1415112" cy="1415112"/>
          </a:xfrm>
          <a:custGeom>
            <a:avLst/>
            <a:gdLst>
              <a:gd name="connsiteX0" fmla="*/ 567593 w 1061334"/>
              <a:gd name="connsiteY0" fmla="*/ 1321 h 1061334"/>
              <a:gd name="connsiteX1" fmla="*/ 990162 w 1061334"/>
              <a:gd name="connsiteY1" fmla="*/ 265378 h 1061334"/>
              <a:gd name="connsiteX2" fmla="*/ 795957 w 1061334"/>
              <a:gd name="connsiteY2" fmla="*/ 990162 h 1061334"/>
              <a:gd name="connsiteX3" fmla="*/ 71172 w 1061334"/>
              <a:gd name="connsiteY3" fmla="*/ 795957 h 1061334"/>
              <a:gd name="connsiteX4" fmla="*/ 265378 w 1061334"/>
              <a:gd name="connsiteY4" fmla="*/ 71172 h 1061334"/>
              <a:gd name="connsiteX5" fmla="*/ 567593 w 1061334"/>
              <a:gd name="connsiteY5" fmla="*/ 1321 h 106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61334" h="1061334">
                <a:moveTo>
                  <a:pt x="567593" y="1321"/>
                </a:moveTo>
                <a:cubicBezTo>
                  <a:pt x="737494" y="13328"/>
                  <a:pt x="898590" y="106770"/>
                  <a:pt x="990162" y="265378"/>
                </a:cubicBezTo>
                <a:cubicBezTo>
                  <a:pt x="1136677" y="519150"/>
                  <a:pt x="1049729" y="843647"/>
                  <a:pt x="795957" y="990162"/>
                </a:cubicBezTo>
                <a:cubicBezTo>
                  <a:pt x="542185" y="1136677"/>
                  <a:pt x="217688" y="1049729"/>
                  <a:pt x="71172" y="795957"/>
                </a:cubicBezTo>
                <a:cubicBezTo>
                  <a:pt x="-75343" y="542185"/>
                  <a:pt x="11605" y="217688"/>
                  <a:pt x="265378" y="71172"/>
                </a:cubicBezTo>
                <a:cubicBezTo>
                  <a:pt x="360542" y="16229"/>
                  <a:pt x="465652" y="-5884"/>
                  <a:pt x="567593" y="1321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wrap="square" lIns="0" tIns="0" rIns="0" bIns="274320" anchor="b">
            <a:noAutofit/>
          </a:bodyPr>
          <a:lstStyle>
            <a:lvl1pPr algn="ctr" rtl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29" name="Picture Placeholder 28"/>
          <p:cNvSpPr>
            <a:spLocks noGrp="1"/>
          </p:cNvSpPr>
          <p:nvPr>
            <p:ph type="pic" sz="quarter" idx="35" hasCustomPrompt="1"/>
          </p:nvPr>
        </p:nvSpPr>
        <p:spPr>
          <a:xfrm>
            <a:off x="3836855" y="3417909"/>
            <a:ext cx="1415112" cy="1415112"/>
          </a:xfrm>
          <a:custGeom>
            <a:avLst/>
            <a:gdLst>
              <a:gd name="connsiteX0" fmla="*/ 567593 w 1061334"/>
              <a:gd name="connsiteY0" fmla="*/ 1321 h 1061334"/>
              <a:gd name="connsiteX1" fmla="*/ 990162 w 1061334"/>
              <a:gd name="connsiteY1" fmla="*/ 265378 h 1061334"/>
              <a:gd name="connsiteX2" fmla="*/ 795957 w 1061334"/>
              <a:gd name="connsiteY2" fmla="*/ 990162 h 1061334"/>
              <a:gd name="connsiteX3" fmla="*/ 71172 w 1061334"/>
              <a:gd name="connsiteY3" fmla="*/ 795957 h 1061334"/>
              <a:gd name="connsiteX4" fmla="*/ 265378 w 1061334"/>
              <a:gd name="connsiteY4" fmla="*/ 71172 h 1061334"/>
              <a:gd name="connsiteX5" fmla="*/ 567593 w 1061334"/>
              <a:gd name="connsiteY5" fmla="*/ 1321 h 106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61334" h="1061334">
                <a:moveTo>
                  <a:pt x="567593" y="1321"/>
                </a:moveTo>
                <a:cubicBezTo>
                  <a:pt x="737494" y="13328"/>
                  <a:pt x="898590" y="106770"/>
                  <a:pt x="990162" y="265378"/>
                </a:cubicBezTo>
                <a:cubicBezTo>
                  <a:pt x="1136677" y="519150"/>
                  <a:pt x="1049729" y="843647"/>
                  <a:pt x="795957" y="990162"/>
                </a:cubicBezTo>
                <a:cubicBezTo>
                  <a:pt x="542185" y="1136677"/>
                  <a:pt x="217688" y="1049729"/>
                  <a:pt x="71172" y="795957"/>
                </a:cubicBezTo>
                <a:cubicBezTo>
                  <a:pt x="-75343" y="542185"/>
                  <a:pt x="11605" y="217688"/>
                  <a:pt x="265378" y="71172"/>
                </a:cubicBezTo>
                <a:cubicBezTo>
                  <a:pt x="360542" y="16229"/>
                  <a:pt x="465652" y="-5884"/>
                  <a:pt x="567593" y="1321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wrap="square" lIns="0" tIns="0" rIns="0" bIns="274320" anchor="b">
            <a:noAutofit/>
          </a:bodyPr>
          <a:lstStyle>
            <a:lvl1pPr algn="ctr" rtl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27" name="Picture Placeholder 26"/>
          <p:cNvSpPr>
            <a:spLocks noGrp="1"/>
          </p:cNvSpPr>
          <p:nvPr>
            <p:ph type="pic" sz="quarter" idx="36" hasCustomPrompt="1"/>
          </p:nvPr>
        </p:nvSpPr>
        <p:spPr>
          <a:xfrm>
            <a:off x="4608103" y="2082069"/>
            <a:ext cx="1415112" cy="1415112"/>
          </a:xfrm>
          <a:custGeom>
            <a:avLst/>
            <a:gdLst>
              <a:gd name="connsiteX0" fmla="*/ 567593 w 1061334"/>
              <a:gd name="connsiteY0" fmla="*/ 1321 h 1061334"/>
              <a:gd name="connsiteX1" fmla="*/ 990162 w 1061334"/>
              <a:gd name="connsiteY1" fmla="*/ 265378 h 1061334"/>
              <a:gd name="connsiteX2" fmla="*/ 795957 w 1061334"/>
              <a:gd name="connsiteY2" fmla="*/ 990162 h 1061334"/>
              <a:gd name="connsiteX3" fmla="*/ 71172 w 1061334"/>
              <a:gd name="connsiteY3" fmla="*/ 795957 h 1061334"/>
              <a:gd name="connsiteX4" fmla="*/ 265378 w 1061334"/>
              <a:gd name="connsiteY4" fmla="*/ 71172 h 1061334"/>
              <a:gd name="connsiteX5" fmla="*/ 567593 w 1061334"/>
              <a:gd name="connsiteY5" fmla="*/ 1321 h 106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61334" h="1061334">
                <a:moveTo>
                  <a:pt x="567593" y="1321"/>
                </a:moveTo>
                <a:cubicBezTo>
                  <a:pt x="737494" y="13328"/>
                  <a:pt x="898590" y="106770"/>
                  <a:pt x="990162" y="265378"/>
                </a:cubicBezTo>
                <a:cubicBezTo>
                  <a:pt x="1136677" y="519150"/>
                  <a:pt x="1049729" y="843647"/>
                  <a:pt x="795957" y="990162"/>
                </a:cubicBezTo>
                <a:cubicBezTo>
                  <a:pt x="542185" y="1136677"/>
                  <a:pt x="217688" y="1049729"/>
                  <a:pt x="71172" y="795957"/>
                </a:cubicBezTo>
                <a:cubicBezTo>
                  <a:pt x="-75343" y="542185"/>
                  <a:pt x="11605" y="217687"/>
                  <a:pt x="265378" y="71172"/>
                </a:cubicBezTo>
                <a:cubicBezTo>
                  <a:pt x="360542" y="16229"/>
                  <a:pt x="465652" y="-5884"/>
                  <a:pt x="567593" y="1321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wrap="square" lIns="0" tIns="0" rIns="0" bIns="274320" anchor="b">
            <a:noAutofit/>
          </a:bodyPr>
          <a:lstStyle>
            <a:lvl1pPr algn="ctr" rtl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24367922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icture Placeholder 7"/>
          <p:cNvSpPr>
            <a:spLocks noGrp="1"/>
          </p:cNvSpPr>
          <p:nvPr>
            <p:ph type="pic" sz="quarter" idx="19" hasCustomPrompt="1"/>
          </p:nvPr>
        </p:nvSpPr>
        <p:spPr>
          <a:xfrm>
            <a:off x="571101" y="2096075"/>
            <a:ext cx="3981615" cy="3987359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lIns="0" tIns="0" rIns="0" bIns="274320" anchor="b"/>
          <a:lstStyle>
            <a:lvl1pPr algn="ctr" rtl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08001" y="1178427"/>
            <a:ext cx="11157817" cy="231007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600" b="0" baseline="0">
                <a:solidFill>
                  <a:schemeClr val="bg1">
                    <a:lumMod val="65000"/>
                  </a:schemeClr>
                </a:solidFill>
                <a:latin typeface="+mn-lt"/>
                <a:ea typeface="Roboto" panose="02000000000000000000" pitchFamily="2" charset="0"/>
              </a:defRPr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EDITE SUBTITLE</a:t>
            </a:r>
          </a:p>
        </p:txBody>
      </p:sp>
      <p:sp>
        <p:nvSpPr>
          <p:cNvPr id="9" name="Title 2"/>
          <p:cNvSpPr>
            <a:spLocks noGrp="1"/>
          </p:cNvSpPr>
          <p:nvPr>
            <p:ph type="title"/>
          </p:nvPr>
        </p:nvSpPr>
        <p:spPr>
          <a:xfrm>
            <a:off x="508001" y="455085"/>
            <a:ext cx="11157817" cy="660511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4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043724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/>
          <p:cNvSpPr>
            <a:spLocks noGrp="1"/>
          </p:cNvSpPr>
          <p:nvPr>
            <p:ph type="pic" sz="quarter" idx="29" hasCustomPrompt="1"/>
          </p:nvPr>
        </p:nvSpPr>
        <p:spPr>
          <a:xfrm>
            <a:off x="1006779" y="1701800"/>
            <a:ext cx="1665965" cy="1665965"/>
          </a:xfrm>
          <a:prstGeom prst="ellipse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>
                <a:lumMod val="95000"/>
              </a:schemeClr>
            </a:solidFill>
          </a:ln>
          <a:effectLst/>
        </p:spPr>
        <p:txBody>
          <a:bodyPr tIns="0" bIns="182880" anchor="b"/>
          <a:lstStyle>
            <a:lvl1pPr algn="ctr">
              <a:buNone/>
              <a:defRPr sz="80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7" name="Picture Placeholder 7"/>
          <p:cNvSpPr>
            <a:spLocks noGrp="1"/>
          </p:cNvSpPr>
          <p:nvPr>
            <p:ph type="pic" sz="quarter" idx="35" hasCustomPrompt="1"/>
          </p:nvPr>
        </p:nvSpPr>
        <p:spPr>
          <a:xfrm>
            <a:off x="3842358" y="1701800"/>
            <a:ext cx="1665965" cy="1665965"/>
          </a:xfrm>
          <a:prstGeom prst="ellipse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>
                <a:lumMod val="95000"/>
              </a:schemeClr>
            </a:solidFill>
          </a:ln>
          <a:effectLst/>
        </p:spPr>
        <p:txBody>
          <a:bodyPr tIns="0" bIns="182880" anchor="b"/>
          <a:lstStyle>
            <a:lvl1pPr algn="ctr">
              <a:buNone/>
              <a:defRPr sz="80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39" hasCustomPrompt="1"/>
          </p:nvPr>
        </p:nvSpPr>
        <p:spPr>
          <a:xfrm>
            <a:off x="6677935" y="1701800"/>
            <a:ext cx="1665965" cy="1665965"/>
          </a:xfrm>
          <a:prstGeom prst="ellipse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>
                <a:lumMod val="95000"/>
              </a:schemeClr>
            </a:solidFill>
          </a:ln>
          <a:effectLst/>
        </p:spPr>
        <p:txBody>
          <a:bodyPr tIns="0" bIns="182880" anchor="b"/>
          <a:lstStyle>
            <a:lvl1pPr algn="ctr">
              <a:buNone/>
              <a:defRPr sz="80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43" hasCustomPrompt="1"/>
          </p:nvPr>
        </p:nvSpPr>
        <p:spPr>
          <a:xfrm>
            <a:off x="9513512" y="1701800"/>
            <a:ext cx="1665965" cy="1665965"/>
          </a:xfrm>
          <a:prstGeom prst="ellipse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>
                <a:lumMod val="95000"/>
              </a:schemeClr>
            </a:solidFill>
          </a:ln>
          <a:effectLst/>
        </p:spPr>
        <p:txBody>
          <a:bodyPr tIns="0" bIns="182880" anchor="b"/>
          <a:lstStyle>
            <a:lvl1pPr algn="ctr">
              <a:buNone/>
              <a:defRPr sz="80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08001" y="1178427"/>
            <a:ext cx="11157817" cy="231007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600" b="0" baseline="0">
                <a:solidFill>
                  <a:schemeClr val="bg1">
                    <a:lumMod val="65000"/>
                  </a:schemeClr>
                </a:solidFill>
                <a:latin typeface="+mn-lt"/>
                <a:ea typeface="Roboto" panose="02000000000000000000" pitchFamily="2" charset="0"/>
              </a:defRPr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EDITE SUBTITLE</a:t>
            </a:r>
          </a:p>
        </p:txBody>
      </p:sp>
      <p:sp>
        <p:nvSpPr>
          <p:cNvPr id="13" name="Title 2"/>
          <p:cNvSpPr>
            <a:spLocks noGrp="1"/>
          </p:cNvSpPr>
          <p:nvPr>
            <p:ph type="title"/>
          </p:nvPr>
        </p:nvSpPr>
        <p:spPr>
          <a:xfrm>
            <a:off x="508001" y="455085"/>
            <a:ext cx="11157817" cy="660511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4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44" hasCustomPrompt="1"/>
          </p:nvPr>
        </p:nvSpPr>
        <p:spPr>
          <a:xfrm>
            <a:off x="1006779" y="4152900"/>
            <a:ext cx="1665965" cy="1665965"/>
          </a:xfrm>
          <a:prstGeom prst="ellipse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>
                <a:lumMod val="95000"/>
              </a:schemeClr>
            </a:solidFill>
          </a:ln>
          <a:effectLst/>
        </p:spPr>
        <p:txBody>
          <a:bodyPr tIns="0" bIns="182880" anchor="b"/>
          <a:lstStyle>
            <a:lvl1pPr algn="ctr">
              <a:buNone/>
              <a:defRPr sz="80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11" name="Picture Placeholder 7"/>
          <p:cNvSpPr>
            <a:spLocks noGrp="1"/>
          </p:cNvSpPr>
          <p:nvPr>
            <p:ph type="pic" sz="quarter" idx="45" hasCustomPrompt="1"/>
          </p:nvPr>
        </p:nvSpPr>
        <p:spPr>
          <a:xfrm>
            <a:off x="3842358" y="4152900"/>
            <a:ext cx="1665965" cy="1665965"/>
          </a:xfrm>
          <a:prstGeom prst="ellipse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>
                <a:lumMod val="95000"/>
              </a:schemeClr>
            </a:solidFill>
          </a:ln>
          <a:effectLst/>
        </p:spPr>
        <p:txBody>
          <a:bodyPr tIns="0" bIns="182880" anchor="b"/>
          <a:lstStyle>
            <a:lvl1pPr algn="ctr">
              <a:buNone/>
              <a:defRPr sz="80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14" name="Picture Placeholder 7"/>
          <p:cNvSpPr>
            <a:spLocks noGrp="1"/>
          </p:cNvSpPr>
          <p:nvPr>
            <p:ph type="pic" sz="quarter" idx="46" hasCustomPrompt="1"/>
          </p:nvPr>
        </p:nvSpPr>
        <p:spPr>
          <a:xfrm>
            <a:off x="6677935" y="4152900"/>
            <a:ext cx="1665965" cy="1665965"/>
          </a:xfrm>
          <a:prstGeom prst="ellipse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>
                <a:lumMod val="95000"/>
              </a:schemeClr>
            </a:solidFill>
          </a:ln>
          <a:effectLst/>
        </p:spPr>
        <p:txBody>
          <a:bodyPr tIns="0" bIns="182880" anchor="b"/>
          <a:lstStyle>
            <a:lvl1pPr algn="ctr">
              <a:buNone/>
              <a:defRPr sz="80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15" name="Picture Placeholder 7"/>
          <p:cNvSpPr>
            <a:spLocks noGrp="1"/>
          </p:cNvSpPr>
          <p:nvPr>
            <p:ph type="pic" sz="quarter" idx="47" hasCustomPrompt="1"/>
          </p:nvPr>
        </p:nvSpPr>
        <p:spPr>
          <a:xfrm>
            <a:off x="9513512" y="4152900"/>
            <a:ext cx="1665965" cy="1665965"/>
          </a:xfrm>
          <a:prstGeom prst="ellipse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>
                <a:lumMod val="95000"/>
              </a:schemeClr>
            </a:solidFill>
          </a:ln>
          <a:effectLst/>
        </p:spPr>
        <p:txBody>
          <a:bodyPr tIns="0" bIns="182880" anchor="b"/>
          <a:lstStyle>
            <a:lvl1pPr algn="ctr">
              <a:buNone/>
              <a:defRPr sz="80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41889250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08001" y="1178427"/>
            <a:ext cx="11157817" cy="231007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600" b="0" baseline="0">
                <a:solidFill>
                  <a:schemeClr val="bg1">
                    <a:lumMod val="65000"/>
                  </a:schemeClr>
                </a:solidFill>
                <a:latin typeface="+mn-lt"/>
                <a:ea typeface="Roboto" panose="02000000000000000000" pitchFamily="2" charset="0"/>
              </a:defRPr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EDITE SUBTITLE</a:t>
            </a:r>
          </a:p>
        </p:txBody>
      </p:sp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508001" y="455085"/>
            <a:ext cx="11157817" cy="660511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4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Picture Placeholder 21"/>
          <p:cNvSpPr>
            <a:spLocks noGrp="1"/>
          </p:cNvSpPr>
          <p:nvPr>
            <p:ph type="pic" sz="quarter" idx="19" hasCustomPrompt="1"/>
          </p:nvPr>
        </p:nvSpPr>
        <p:spPr>
          <a:xfrm>
            <a:off x="-6699" y="3809265"/>
            <a:ext cx="1525675" cy="1525675"/>
          </a:xfrm>
          <a:custGeom>
            <a:avLst/>
            <a:gdLst>
              <a:gd name="connsiteX0" fmla="*/ 0 w 1144256"/>
              <a:gd name="connsiteY0" fmla="*/ 0 h 1144256"/>
              <a:gd name="connsiteX1" fmla="*/ 1144256 w 1144256"/>
              <a:gd name="connsiteY1" fmla="*/ 0 h 1144256"/>
              <a:gd name="connsiteX2" fmla="*/ 1144256 w 1144256"/>
              <a:gd name="connsiteY2" fmla="*/ 1144256 h 1144256"/>
              <a:gd name="connsiteX3" fmla="*/ 0 w 1144256"/>
              <a:gd name="connsiteY3" fmla="*/ 1144256 h 1144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4256" h="1144256">
                <a:moveTo>
                  <a:pt x="0" y="0"/>
                </a:moveTo>
                <a:lnTo>
                  <a:pt x="1144256" y="0"/>
                </a:lnTo>
                <a:lnTo>
                  <a:pt x="1144256" y="1144256"/>
                </a:lnTo>
                <a:lnTo>
                  <a:pt x="0" y="1144256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wrap="square" lIns="0" tIns="0" rIns="0" bIns="274320" anchor="b">
            <a:noAutofit/>
          </a:bodyPr>
          <a:lstStyle>
            <a:lvl1pPr algn="ctr" rtl="0">
              <a:buNone/>
              <a:defRPr sz="933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20" hasCustomPrompt="1"/>
          </p:nvPr>
        </p:nvSpPr>
        <p:spPr>
          <a:xfrm>
            <a:off x="3044651" y="3809265"/>
            <a:ext cx="1525675" cy="1525675"/>
          </a:xfrm>
          <a:custGeom>
            <a:avLst/>
            <a:gdLst>
              <a:gd name="connsiteX0" fmla="*/ 0 w 1144256"/>
              <a:gd name="connsiteY0" fmla="*/ 0 h 1144256"/>
              <a:gd name="connsiteX1" fmla="*/ 1144256 w 1144256"/>
              <a:gd name="connsiteY1" fmla="*/ 0 h 1144256"/>
              <a:gd name="connsiteX2" fmla="*/ 1144256 w 1144256"/>
              <a:gd name="connsiteY2" fmla="*/ 1144256 h 1144256"/>
              <a:gd name="connsiteX3" fmla="*/ 0 w 1144256"/>
              <a:gd name="connsiteY3" fmla="*/ 1144256 h 1144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4256" h="1144256">
                <a:moveTo>
                  <a:pt x="0" y="0"/>
                </a:moveTo>
                <a:lnTo>
                  <a:pt x="1144256" y="0"/>
                </a:lnTo>
                <a:lnTo>
                  <a:pt x="1144256" y="1144256"/>
                </a:lnTo>
                <a:lnTo>
                  <a:pt x="0" y="1144256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wrap="square" lIns="0" tIns="0" rIns="0" bIns="274320" anchor="b">
            <a:noAutofit/>
          </a:bodyPr>
          <a:lstStyle>
            <a:lvl1pPr algn="ctr" rtl="0">
              <a:buNone/>
              <a:defRPr sz="933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21" hasCustomPrompt="1"/>
          </p:nvPr>
        </p:nvSpPr>
        <p:spPr>
          <a:xfrm>
            <a:off x="6096000" y="3809265"/>
            <a:ext cx="1525675" cy="1525675"/>
          </a:xfrm>
          <a:custGeom>
            <a:avLst/>
            <a:gdLst>
              <a:gd name="connsiteX0" fmla="*/ 0 w 1144256"/>
              <a:gd name="connsiteY0" fmla="*/ 0 h 1144256"/>
              <a:gd name="connsiteX1" fmla="*/ 1144256 w 1144256"/>
              <a:gd name="connsiteY1" fmla="*/ 0 h 1144256"/>
              <a:gd name="connsiteX2" fmla="*/ 1144256 w 1144256"/>
              <a:gd name="connsiteY2" fmla="*/ 1144256 h 1144256"/>
              <a:gd name="connsiteX3" fmla="*/ 0 w 1144256"/>
              <a:gd name="connsiteY3" fmla="*/ 1144256 h 1144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4256" h="1144256">
                <a:moveTo>
                  <a:pt x="0" y="0"/>
                </a:moveTo>
                <a:lnTo>
                  <a:pt x="1144256" y="0"/>
                </a:lnTo>
                <a:lnTo>
                  <a:pt x="1144256" y="1144256"/>
                </a:lnTo>
                <a:lnTo>
                  <a:pt x="0" y="1144256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wrap="square" lIns="0" tIns="0" rIns="0" bIns="274320" anchor="b">
            <a:noAutofit/>
          </a:bodyPr>
          <a:lstStyle>
            <a:lvl1pPr algn="ctr" rtl="0">
              <a:buNone/>
              <a:defRPr sz="933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28" name="Picture Placeholder 27"/>
          <p:cNvSpPr>
            <a:spLocks noGrp="1"/>
          </p:cNvSpPr>
          <p:nvPr>
            <p:ph type="pic" sz="quarter" idx="22" hasCustomPrompt="1"/>
          </p:nvPr>
        </p:nvSpPr>
        <p:spPr>
          <a:xfrm>
            <a:off x="9147349" y="3809265"/>
            <a:ext cx="1525675" cy="1525675"/>
          </a:xfrm>
          <a:custGeom>
            <a:avLst/>
            <a:gdLst>
              <a:gd name="connsiteX0" fmla="*/ 0 w 1144256"/>
              <a:gd name="connsiteY0" fmla="*/ 0 h 1144256"/>
              <a:gd name="connsiteX1" fmla="*/ 1144256 w 1144256"/>
              <a:gd name="connsiteY1" fmla="*/ 0 h 1144256"/>
              <a:gd name="connsiteX2" fmla="*/ 1144256 w 1144256"/>
              <a:gd name="connsiteY2" fmla="*/ 1144256 h 1144256"/>
              <a:gd name="connsiteX3" fmla="*/ 0 w 1144256"/>
              <a:gd name="connsiteY3" fmla="*/ 1144256 h 1144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4256" h="1144256">
                <a:moveTo>
                  <a:pt x="0" y="0"/>
                </a:moveTo>
                <a:lnTo>
                  <a:pt x="1144256" y="0"/>
                </a:lnTo>
                <a:lnTo>
                  <a:pt x="1144256" y="1144256"/>
                </a:lnTo>
                <a:lnTo>
                  <a:pt x="0" y="1144256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wrap="square" lIns="0" tIns="0" rIns="0" bIns="274320" anchor="b">
            <a:noAutofit/>
          </a:bodyPr>
          <a:lstStyle>
            <a:lvl1pPr algn="ctr" rtl="0">
              <a:buNone/>
              <a:defRPr sz="933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23" name="Picture Placeholder 22"/>
          <p:cNvSpPr>
            <a:spLocks noGrp="1"/>
          </p:cNvSpPr>
          <p:nvPr>
            <p:ph type="pic" sz="quarter" idx="23" hasCustomPrompt="1"/>
          </p:nvPr>
        </p:nvSpPr>
        <p:spPr>
          <a:xfrm>
            <a:off x="1518976" y="5332325"/>
            <a:ext cx="1525675" cy="1525675"/>
          </a:xfrm>
          <a:custGeom>
            <a:avLst/>
            <a:gdLst>
              <a:gd name="connsiteX0" fmla="*/ 0 w 1144256"/>
              <a:gd name="connsiteY0" fmla="*/ 0 h 1144256"/>
              <a:gd name="connsiteX1" fmla="*/ 1144256 w 1144256"/>
              <a:gd name="connsiteY1" fmla="*/ 0 h 1144256"/>
              <a:gd name="connsiteX2" fmla="*/ 1144256 w 1144256"/>
              <a:gd name="connsiteY2" fmla="*/ 1144256 h 1144256"/>
              <a:gd name="connsiteX3" fmla="*/ 0 w 1144256"/>
              <a:gd name="connsiteY3" fmla="*/ 1144256 h 1144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4256" h="1144256">
                <a:moveTo>
                  <a:pt x="0" y="0"/>
                </a:moveTo>
                <a:lnTo>
                  <a:pt x="1144256" y="0"/>
                </a:lnTo>
                <a:lnTo>
                  <a:pt x="1144256" y="1144256"/>
                </a:lnTo>
                <a:lnTo>
                  <a:pt x="0" y="1144256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wrap="square" lIns="0" tIns="0" rIns="0" bIns="274320" anchor="b">
            <a:noAutofit/>
          </a:bodyPr>
          <a:lstStyle>
            <a:lvl1pPr algn="ctr" rtl="0">
              <a:buNone/>
              <a:defRPr sz="933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25" name="Picture Placeholder 24"/>
          <p:cNvSpPr>
            <a:spLocks noGrp="1"/>
          </p:cNvSpPr>
          <p:nvPr>
            <p:ph type="pic" sz="quarter" idx="24" hasCustomPrompt="1"/>
          </p:nvPr>
        </p:nvSpPr>
        <p:spPr>
          <a:xfrm>
            <a:off x="4570325" y="5332325"/>
            <a:ext cx="1525675" cy="1525675"/>
          </a:xfrm>
          <a:custGeom>
            <a:avLst/>
            <a:gdLst>
              <a:gd name="connsiteX0" fmla="*/ 0 w 1144256"/>
              <a:gd name="connsiteY0" fmla="*/ 0 h 1144256"/>
              <a:gd name="connsiteX1" fmla="*/ 1144256 w 1144256"/>
              <a:gd name="connsiteY1" fmla="*/ 0 h 1144256"/>
              <a:gd name="connsiteX2" fmla="*/ 1144256 w 1144256"/>
              <a:gd name="connsiteY2" fmla="*/ 1144256 h 1144256"/>
              <a:gd name="connsiteX3" fmla="*/ 0 w 1144256"/>
              <a:gd name="connsiteY3" fmla="*/ 1144256 h 1144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4256" h="1144256">
                <a:moveTo>
                  <a:pt x="0" y="0"/>
                </a:moveTo>
                <a:lnTo>
                  <a:pt x="1144256" y="0"/>
                </a:lnTo>
                <a:lnTo>
                  <a:pt x="1144256" y="1144256"/>
                </a:lnTo>
                <a:lnTo>
                  <a:pt x="0" y="1144256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wrap="square" lIns="0" tIns="0" rIns="0" bIns="274320" anchor="b">
            <a:noAutofit/>
          </a:bodyPr>
          <a:lstStyle>
            <a:lvl1pPr algn="ctr" rtl="0">
              <a:buNone/>
              <a:defRPr sz="933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27" name="Picture Placeholder 26"/>
          <p:cNvSpPr>
            <a:spLocks noGrp="1"/>
          </p:cNvSpPr>
          <p:nvPr>
            <p:ph type="pic" sz="quarter" idx="25" hasCustomPrompt="1"/>
          </p:nvPr>
        </p:nvSpPr>
        <p:spPr>
          <a:xfrm>
            <a:off x="7621675" y="5332325"/>
            <a:ext cx="1525675" cy="1525675"/>
          </a:xfrm>
          <a:custGeom>
            <a:avLst/>
            <a:gdLst>
              <a:gd name="connsiteX0" fmla="*/ 0 w 1144256"/>
              <a:gd name="connsiteY0" fmla="*/ 0 h 1144256"/>
              <a:gd name="connsiteX1" fmla="*/ 1144256 w 1144256"/>
              <a:gd name="connsiteY1" fmla="*/ 0 h 1144256"/>
              <a:gd name="connsiteX2" fmla="*/ 1144256 w 1144256"/>
              <a:gd name="connsiteY2" fmla="*/ 1144256 h 1144256"/>
              <a:gd name="connsiteX3" fmla="*/ 0 w 1144256"/>
              <a:gd name="connsiteY3" fmla="*/ 1144256 h 1144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4256" h="1144256">
                <a:moveTo>
                  <a:pt x="0" y="0"/>
                </a:moveTo>
                <a:lnTo>
                  <a:pt x="1144256" y="0"/>
                </a:lnTo>
                <a:lnTo>
                  <a:pt x="1144256" y="1144256"/>
                </a:lnTo>
                <a:lnTo>
                  <a:pt x="0" y="1144256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wrap="square" lIns="0" tIns="0" rIns="0" bIns="274320" anchor="b">
            <a:noAutofit/>
          </a:bodyPr>
          <a:lstStyle>
            <a:lvl1pPr algn="ctr" rtl="0">
              <a:buNone/>
              <a:defRPr sz="933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29" name="Picture Placeholder 28"/>
          <p:cNvSpPr>
            <a:spLocks noGrp="1"/>
          </p:cNvSpPr>
          <p:nvPr>
            <p:ph type="pic" sz="quarter" idx="26" hasCustomPrompt="1"/>
          </p:nvPr>
        </p:nvSpPr>
        <p:spPr>
          <a:xfrm>
            <a:off x="10673024" y="5332325"/>
            <a:ext cx="1525675" cy="1525675"/>
          </a:xfrm>
          <a:custGeom>
            <a:avLst/>
            <a:gdLst>
              <a:gd name="connsiteX0" fmla="*/ 0 w 1144256"/>
              <a:gd name="connsiteY0" fmla="*/ 0 h 1144256"/>
              <a:gd name="connsiteX1" fmla="*/ 1144256 w 1144256"/>
              <a:gd name="connsiteY1" fmla="*/ 0 h 1144256"/>
              <a:gd name="connsiteX2" fmla="*/ 1144256 w 1144256"/>
              <a:gd name="connsiteY2" fmla="*/ 1144256 h 1144256"/>
              <a:gd name="connsiteX3" fmla="*/ 0 w 1144256"/>
              <a:gd name="connsiteY3" fmla="*/ 1144256 h 1144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4256" h="1144256">
                <a:moveTo>
                  <a:pt x="0" y="0"/>
                </a:moveTo>
                <a:lnTo>
                  <a:pt x="1144256" y="0"/>
                </a:lnTo>
                <a:lnTo>
                  <a:pt x="1144256" y="1144256"/>
                </a:lnTo>
                <a:lnTo>
                  <a:pt x="0" y="1144256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wrap="square" lIns="0" tIns="0" rIns="0" bIns="274320" anchor="b">
            <a:noAutofit/>
          </a:bodyPr>
          <a:lstStyle>
            <a:lvl1pPr algn="ctr" rtl="0">
              <a:buNone/>
              <a:defRPr sz="933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1057414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08001" y="1178427"/>
            <a:ext cx="11157817" cy="231007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600" b="0" baseline="0">
                <a:solidFill>
                  <a:schemeClr val="bg1">
                    <a:lumMod val="65000"/>
                  </a:schemeClr>
                </a:solidFill>
                <a:latin typeface="+mn-lt"/>
                <a:ea typeface="Roboto" panose="02000000000000000000" pitchFamily="2" charset="0"/>
              </a:defRPr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EDITE SUBTITLE</a:t>
            </a:r>
          </a:p>
        </p:txBody>
      </p:sp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508001" y="455085"/>
            <a:ext cx="11157817" cy="660511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4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9" hasCustomPrompt="1"/>
          </p:nvPr>
        </p:nvSpPr>
        <p:spPr>
          <a:xfrm>
            <a:off x="508001" y="1701801"/>
            <a:ext cx="2786951" cy="2786951"/>
          </a:xfrm>
          <a:custGeom>
            <a:avLst/>
            <a:gdLst>
              <a:gd name="connsiteX0" fmla="*/ 0 w 2090213"/>
              <a:gd name="connsiteY0" fmla="*/ 0 h 2090213"/>
              <a:gd name="connsiteX1" fmla="*/ 2090213 w 2090213"/>
              <a:gd name="connsiteY1" fmla="*/ 0 h 2090213"/>
              <a:gd name="connsiteX2" fmla="*/ 2090213 w 2090213"/>
              <a:gd name="connsiteY2" fmla="*/ 2090213 h 2090213"/>
              <a:gd name="connsiteX3" fmla="*/ 0 w 2090213"/>
              <a:gd name="connsiteY3" fmla="*/ 2090213 h 2090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90213" h="2090213">
                <a:moveTo>
                  <a:pt x="0" y="0"/>
                </a:moveTo>
                <a:lnTo>
                  <a:pt x="2090213" y="0"/>
                </a:lnTo>
                <a:lnTo>
                  <a:pt x="2090213" y="2090213"/>
                </a:lnTo>
                <a:lnTo>
                  <a:pt x="0" y="2090213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wrap="square" lIns="0" tIns="0" rIns="0" bIns="274320" anchor="b">
            <a:noAutofit/>
          </a:bodyPr>
          <a:lstStyle>
            <a:lvl1pPr algn="ctr" rtl="0">
              <a:buNone/>
              <a:defRPr sz="933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30" name="Picture Placeholder 29"/>
          <p:cNvSpPr>
            <a:spLocks noGrp="1"/>
          </p:cNvSpPr>
          <p:nvPr>
            <p:ph type="pic" sz="quarter" idx="20" hasCustomPrompt="1"/>
          </p:nvPr>
        </p:nvSpPr>
        <p:spPr>
          <a:xfrm>
            <a:off x="3294951" y="1701800"/>
            <a:ext cx="2790291" cy="3594912"/>
          </a:xfrm>
          <a:custGeom>
            <a:avLst/>
            <a:gdLst>
              <a:gd name="connsiteX0" fmla="*/ 0 w 2092718"/>
              <a:gd name="connsiteY0" fmla="*/ 0 h 2696184"/>
              <a:gd name="connsiteX1" fmla="*/ 2092718 w 2092718"/>
              <a:gd name="connsiteY1" fmla="*/ 0 h 2696184"/>
              <a:gd name="connsiteX2" fmla="*/ 2092718 w 2092718"/>
              <a:gd name="connsiteY2" fmla="*/ 2696184 h 2696184"/>
              <a:gd name="connsiteX3" fmla="*/ 0 w 2092718"/>
              <a:gd name="connsiteY3" fmla="*/ 2696184 h 2696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92718" h="2696184">
                <a:moveTo>
                  <a:pt x="0" y="0"/>
                </a:moveTo>
                <a:lnTo>
                  <a:pt x="2092718" y="0"/>
                </a:lnTo>
                <a:lnTo>
                  <a:pt x="2092718" y="2696184"/>
                </a:lnTo>
                <a:lnTo>
                  <a:pt x="0" y="2696184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wrap="square" lIns="0" tIns="0" rIns="0" bIns="274320" anchor="b">
            <a:noAutofit/>
          </a:bodyPr>
          <a:lstStyle>
            <a:lvl1pPr algn="ctr" rtl="0">
              <a:buNone/>
              <a:defRPr sz="933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31" name="Picture Placeholder 30"/>
          <p:cNvSpPr>
            <a:spLocks noGrp="1"/>
          </p:cNvSpPr>
          <p:nvPr>
            <p:ph type="pic" sz="quarter" idx="21" hasCustomPrompt="1"/>
          </p:nvPr>
        </p:nvSpPr>
        <p:spPr>
          <a:xfrm>
            <a:off x="6081903" y="1701801"/>
            <a:ext cx="2790291" cy="2786951"/>
          </a:xfrm>
          <a:custGeom>
            <a:avLst/>
            <a:gdLst>
              <a:gd name="connsiteX0" fmla="*/ 0 w 2087710"/>
              <a:gd name="connsiteY0" fmla="*/ 0 h 2090213"/>
              <a:gd name="connsiteX1" fmla="*/ 2087710 w 2087710"/>
              <a:gd name="connsiteY1" fmla="*/ 0 h 2090213"/>
              <a:gd name="connsiteX2" fmla="*/ 2087710 w 2087710"/>
              <a:gd name="connsiteY2" fmla="*/ 2090213 h 2090213"/>
              <a:gd name="connsiteX3" fmla="*/ 0 w 2087710"/>
              <a:gd name="connsiteY3" fmla="*/ 2090213 h 2090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87710" h="2090213">
                <a:moveTo>
                  <a:pt x="0" y="0"/>
                </a:moveTo>
                <a:lnTo>
                  <a:pt x="2087710" y="0"/>
                </a:lnTo>
                <a:lnTo>
                  <a:pt x="2087710" y="2090213"/>
                </a:lnTo>
                <a:lnTo>
                  <a:pt x="0" y="2090213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wrap="square" lIns="0" tIns="0" rIns="0" bIns="274320" anchor="b">
            <a:noAutofit/>
          </a:bodyPr>
          <a:lstStyle>
            <a:lvl1pPr algn="ctr" rtl="0">
              <a:buNone/>
              <a:defRPr sz="933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22" hasCustomPrompt="1"/>
          </p:nvPr>
        </p:nvSpPr>
        <p:spPr>
          <a:xfrm>
            <a:off x="8872193" y="1701800"/>
            <a:ext cx="2793625" cy="3594912"/>
          </a:xfrm>
          <a:custGeom>
            <a:avLst/>
            <a:gdLst>
              <a:gd name="connsiteX0" fmla="*/ 0 w 2090213"/>
              <a:gd name="connsiteY0" fmla="*/ 0 h 2696184"/>
              <a:gd name="connsiteX1" fmla="*/ 2090213 w 2090213"/>
              <a:gd name="connsiteY1" fmla="*/ 0 h 2696184"/>
              <a:gd name="connsiteX2" fmla="*/ 2090213 w 2090213"/>
              <a:gd name="connsiteY2" fmla="*/ 2696184 h 2696184"/>
              <a:gd name="connsiteX3" fmla="*/ 0 w 2090213"/>
              <a:gd name="connsiteY3" fmla="*/ 2696184 h 2696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90213" h="2696184">
                <a:moveTo>
                  <a:pt x="0" y="0"/>
                </a:moveTo>
                <a:lnTo>
                  <a:pt x="2090213" y="0"/>
                </a:lnTo>
                <a:lnTo>
                  <a:pt x="2090213" y="2696184"/>
                </a:lnTo>
                <a:lnTo>
                  <a:pt x="0" y="2696184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wrap="square" lIns="0" tIns="0" rIns="0" bIns="274320" anchor="b">
            <a:noAutofit/>
          </a:bodyPr>
          <a:lstStyle>
            <a:lvl1pPr algn="ctr" rtl="0">
              <a:buNone/>
              <a:defRPr sz="933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16677032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/>
          <p:cNvSpPr>
            <a:spLocks noGrp="1"/>
          </p:cNvSpPr>
          <p:nvPr>
            <p:ph type="pic" sz="quarter" idx="19" hasCustomPrompt="1"/>
          </p:nvPr>
        </p:nvSpPr>
        <p:spPr>
          <a:xfrm>
            <a:off x="508001" y="1"/>
            <a:ext cx="2786951" cy="2786951"/>
          </a:xfrm>
          <a:custGeom>
            <a:avLst/>
            <a:gdLst>
              <a:gd name="connsiteX0" fmla="*/ 0 w 2090213"/>
              <a:gd name="connsiteY0" fmla="*/ 0 h 2090213"/>
              <a:gd name="connsiteX1" fmla="*/ 2090213 w 2090213"/>
              <a:gd name="connsiteY1" fmla="*/ 0 h 2090213"/>
              <a:gd name="connsiteX2" fmla="*/ 2090213 w 2090213"/>
              <a:gd name="connsiteY2" fmla="*/ 2090213 h 2090213"/>
              <a:gd name="connsiteX3" fmla="*/ 0 w 2090213"/>
              <a:gd name="connsiteY3" fmla="*/ 2090213 h 2090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90213" h="2090213">
                <a:moveTo>
                  <a:pt x="0" y="0"/>
                </a:moveTo>
                <a:lnTo>
                  <a:pt x="2090213" y="0"/>
                </a:lnTo>
                <a:lnTo>
                  <a:pt x="2090213" y="2090213"/>
                </a:lnTo>
                <a:lnTo>
                  <a:pt x="0" y="2090213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wrap="square" lIns="0" tIns="0" rIns="0" bIns="274320" anchor="b">
            <a:noAutofit/>
          </a:bodyPr>
          <a:lstStyle>
            <a:lvl1pPr algn="ctr" rtl="0">
              <a:buNone/>
              <a:defRPr sz="933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30" name="Picture Placeholder 29"/>
          <p:cNvSpPr>
            <a:spLocks noGrp="1"/>
          </p:cNvSpPr>
          <p:nvPr>
            <p:ph type="pic" sz="quarter" idx="20" hasCustomPrompt="1"/>
          </p:nvPr>
        </p:nvSpPr>
        <p:spPr>
          <a:xfrm>
            <a:off x="3294951" y="0"/>
            <a:ext cx="2790291" cy="3594912"/>
          </a:xfrm>
          <a:custGeom>
            <a:avLst/>
            <a:gdLst>
              <a:gd name="connsiteX0" fmla="*/ 0 w 2092718"/>
              <a:gd name="connsiteY0" fmla="*/ 0 h 2696184"/>
              <a:gd name="connsiteX1" fmla="*/ 2092718 w 2092718"/>
              <a:gd name="connsiteY1" fmla="*/ 0 h 2696184"/>
              <a:gd name="connsiteX2" fmla="*/ 2092718 w 2092718"/>
              <a:gd name="connsiteY2" fmla="*/ 2696184 h 2696184"/>
              <a:gd name="connsiteX3" fmla="*/ 0 w 2092718"/>
              <a:gd name="connsiteY3" fmla="*/ 2696184 h 2696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92718" h="2696184">
                <a:moveTo>
                  <a:pt x="0" y="0"/>
                </a:moveTo>
                <a:lnTo>
                  <a:pt x="2092718" y="0"/>
                </a:lnTo>
                <a:lnTo>
                  <a:pt x="2092718" y="2696184"/>
                </a:lnTo>
                <a:lnTo>
                  <a:pt x="0" y="2696184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wrap="square" lIns="0" tIns="0" rIns="0" bIns="274320" anchor="b">
            <a:noAutofit/>
          </a:bodyPr>
          <a:lstStyle>
            <a:lvl1pPr algn="ctr" rtl="0">
              <a:buNone/>
              <a:defRPr sz="933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31" name="Picture Placeholder 30"/>
          <p:cNvSpPr>
            <a:spLocks noGrp="1"/>
          </p:cNvSpPr>
          <p:nvPr>
            <p:ph type="pic" sz="quarter" idx="21" hasCustomPrompt="1"/>
          </p:nvPr>
        </p:nvSpPr>
        <p:spPr>
          <a:xfrm>
            <a:off x="6081903" y="1"/>
            <a:ext cx="2790291" cy="2786951"/>
          </a:xfrm>
          <a:custGeom>
            <a:avLst/>
            <a:gdLst>
              <a:gd name="connsiteX0" fmla="*/ 0 w 2087710"/>
              <a:gd name="connsiteY0" fmla="*/ 0 h 2090213"/>
              <a:gd name="connsiteX1" fmla="*/ 2087710 w 2087710"/>
              <a:gd name="connsiteY1" fmla="*/ 0 h 2090213"/>
              <a:gd name="connsiteX2" fmla="*/ 2087710 w 2087710"/>
              <a:gd name="connsiteY2" fmla="*/ 2090213 h 2090213"/>
              <a:gd name="connsiteX3" fmla="*/ 0 w 2087710"/>
              <a:gd name="connsiteY3" fmla="*/ 2090213 h 2090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87710" h="2090213">
                <a:moveTo>
                  <a:pt x="0" y="0"/>
                </a:moveTo>
                <a:lnTo>
                  <a:pt x="2087710" y="0"/>
                </a:lnTo>
                <a:lnTo>
                  <a:pt x="2087710" y="2090213"/>
                </a:lnTo>
                <a:lnTo>
                  <a:pt x="0" y="2090213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wrap="square" lIns="0" tIns="0" rIns="0" bIns="274320" anchor="b">
            <a:noAutofit/>
          </a:bodyPr>
          <a:lstStyle>
            <a:lvl1pPr algn="ctr" rtl="0">
              <a:buNone/>
              <a:defRPr sz="933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22" hasCustomPrompt="1"/>
          </p:nvPr>
        </p:nvSpPr>
        <p:spPr>
          <a:xfrm>
            <a:off x="8872193" y="0"/>
            <a:ext cx="2793625" cy="3594912"/>
          </a:xfrm>
          <a:custGeom>
            <a:avLst/>
            <a:gdLst>
              <a:gd name="connsiteX0" fmla="*/ 0 w 2090213"/>
              <a:gd name="connsiteY0" fmla="*/ 0 h 2696184"/>
              <a:gd name="connsiteX1" fmla="*/ 2090213 w 2090213"/>
              <a:gd name="connsiteY1" fmla="*/ 0 h 2696184"/>
              <a:gd name="connsiteX2" fmla="*/ 2090213 w 2090213"/>
              <a:gd name="connsiteY2" fmla="*/ 2696184 h 2696184"/>
              <a:gd name="connsiteX3" fmla="*/ 0 w 2090213"/>
              <a:gd name="connsiteY3" fmla="*/ 2696184 h 2696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90213" h="2696184">
                <a:moveTo>
                  <a:pt x="0" y="0"/>
                </a:moveTo>
                <a:lnTo>
                  <a:pt x="2090213" y="0"/>
                </a:lnTo>
                <a:lnTo>
                  <a:pt x="2090213" y="2696184"/>
                </a:lnTo>
                <a:lnTo>
                  <a:pt x="0" y="2696184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wrap="square" lIns="0" tIns="0" rIns="0" bIns="274320" anchor="b">
            <a:noAutofit/>
          </a:bodyPr>
          <a:lstStyle>
            <a:lvl1pPr algn="ctr" rtl="0">
              <a:buNone/>
              <a:defRPr sz="933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1938660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08001" y="1178427"/>
            <a:ext cx="11157817" cy="231007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600" b="0" baseline="0">
                <a:solidFill>
                  <a:schemeClr val="bg1">
                    <a:lumMod val="65000"/>
                  </a:schemeClr>
                </a:solidFill>
                <a:latin typeface="+mn-lt"/>
                <a:ea typeface="Roboto" panose="02000000000000000000" pitchFamily="2" charset="0"/>
              </a:defRPr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EDITE SUBTITLE</a:t>
            </a:r>
          </a:p>
        </p:txBody>
      </p:sp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508001" y="455085"/>
            <a:ext cx="11157817" cy="660511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4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19" hasCustomPrompt="1"/>
          </p:nvPr>
        </p:nvSpPr>
        <p:spPr>
          <a:xfrm>
            <a:off x="0" y="4127501"/>
            <a:ext cx="2438400" cy="2273300"/>
          </a:xfrm>
          <a:custGeom>
            <a:avLst/>
            <a:gdLst>
              <a:gd name="connsiteX0" fmla="*/ 0 w 1828800"/>
              <a:gd name="connsiteY0" fmla="*/ 0 h 1704975"/>
              <a:gd name="connsiteX1" fmla="*/ 1828800 w 1828800"/>
              <a:gd name="connsiteY1" fmla="*/ 0 h 1704975"/>
              <a:gd name="connsiteX2" fmla="*/ 1828800 w 1828800"/>
              <a:gd name="connsiteY2" fmla="*/ 1704975 h 1704975"/>
              <a:gd name="connsiteX3" fmla="*/ 0 w 1828800"/>
              <a:gd name="connsiteY3" fmla="*/ 1704975 h 170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800" h="1704975">
                <a:moveTo>
                  <a:pt x="0" y="0"/>
                </a:moveTo>
                <a:lnTo>
                  <a:pt x="1828800" y="0"/>
                </a:lnTo>
                <a:lnTo>
                  <a:pt x="1828800" y="1704975"/>
                </a:lnTo>
                <a:lnTo>
                  <a:pt x="0" y="1704975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wrap="square" lIns="0" tIns="0" rIns="0" bIns="274320" anchor="b">
            <a:noAutofit/>
          </a:bodyPr>
          <a:lstStyle>
            <a:lvl1pPr algn="ctr" rtl="0">
              <a:buNone/>
              <a:defRPr sz="933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22" name="Picture Placeholder 21"/>
          <p:cNvSpPr>
            <a:spLocks noGrp="1"/>
          </p:cNvSpPr>
          <p:nvPr>
            <p:ph type="pic" sz="quarter" idx="20" hasCustomPrompt="1"/>
          </p:nvPr>
        </p:nvSpPr>
        <p:spPr>
          <a:xfrm>
            <a:off x="4876800" y="4127501"/>
            <a:ext cx="2438400" cy="2273300"/>
          </a:xfrm>
          <a:custGeom>
            <a:avLst/>
            <a:gdLst>
              <a:gd name="connsiteX0" fmla="*/ 0 w 1828800"/>
              <a:gd name="connsiteY0" fmla="*/ 0 h 1704975"/>
              <a:gd name="connsiteX1" fmla="*/ 1828800 w 1828800"/>
              <a:gd name="connsiteY1" fmla="*/ 0 h 1704975"/>
              <a:gd name="connsiteX2" fmla="*/ 1828800 w 1828800"/>
              <a:gd name="connsiteY2" fmla="*/ 1704975 h 1704975"/>
              <a:gd name="connsiteX3" fmla="*/ 0 w 1828800"/>
              <a:gd name="connsiteY3" fmla="*/ 1704975 h 170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800" h="1704975">
                <a:moveTo>
                  <a:pt x="0" y="0"/>
                </a:moveTo>
                <a:lnTo>
                  <a:pt x="1828800" y="0"/>
                </a:lnTo>
                <a:lnTo>
                  <a:pt x="1828800" y="1704975"/>
                </a:lnTo>
                <a:lnTo>
                  <a:pt x="0" y="1704975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wrap="square" lIns="0" tIns="0" rIns="0" bIns="274320" anchor="b">
            <a:noAutofit/>
          </a:bodyPr>
          <a:lstStyle>
            <a:lvl1pPr algn="ctr" rtl="0">
              <a:buNone/>
              <a:defRPr sz="933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21" hasCustomPrompt="1"/>
          </p:nvPr>
        </p:nvSpPr>
        <p:spPr>
          <a:xfrm>
            <a:off x="9753599" y="4127501"/>
            <a:ext cx="2438400" cy="2273300"/>
          </a:xfrm>
          <a:custGeom>
            <a:avLst/>
            <a:gdLst>
              <a:gd name="connsiteX0" fmla="*/ 0 w 1828800"/>
              <a:gd name="connsiteY0" fmla="*/ 0 h 1704975"/>
              <a:gd name="connsiteX1" fmla="*/ 1828800 w 1828800"/>
              <a:gd name="connsiteY1" fmla="*/ 0 h 1704975"/>
              <a:gd name="connsiteX2" fmla="*/ 1828800 w 1828800"/>
              <a:gd name="connsiteY2" fmla="*/ 1704975 h 1704975"/>
              <a:gd name="connsiteX3" fmla="*/ 0 w 1828800"/>
              <a:gd name="connsiteY3" fmla="*/ 1704975 h 170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800" h="1704975">
                <a:moveTo>
                  <a:pt x="0" y="0"/>
                </a:moveTo>
                <a:lnTo>
                  <a:pt x="1828800" y="0"/>
                </a:lnTo>
                <a:lnTo>
                  <a:pt x="1828800" y="1704975"/>
                </a:lnTo>
                <a:lnTo>
                  <a:pt x="0" y="1704975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wrap="square" lIns="0" tIns="0" rIns="0" bIns="274320" anchor="b">
            <a:noAutofit/>
          </a:bodyPr>
          <a:lstStyle>
            <a:lvl1pPr algn="ctr" rtl="0">
              <a:buNone/>
              <a:defRPr sz="933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23" name="Picture Placeholder 22"/>
          <p:cNvSpPr>
            <a:spLocks noGrp="1"/>
          </p:cNvSpPr>
          <p:nvPr>
            <p:ph type="pic" sz="quarter" idx="22" hasCustomPrompt="1"/>
          </p:nvPr>
        </p:nvSpPr>
        <p:spPr>
          <a:xfrm>
            <a:off x="7315199" y="1854201"/>
            <a:ext cx="2438400" cy="2273300"/>
          </a:xfrm>
          <a:custGeom>
            <a:avLst/>
            <a:gdLst>
              <a:gd name="connsiteX0" fmla="*/ 0 w 1828800"/>
              <a:gd name="connsiteY0" fmla="*/ 0 h 1704975"/>
              <a:gd name="connsiteX1" fmla="*/ 1828800 w 1828800"/>
              <a:gd name="connsiteY1" fmla="*/ 0 h 1704975"/>
              <a:gd name="connsiteX2" fmla="*/ 1828800 w 1828800"/>
              <a:gd name="connsiteY2" fmla="*/ 1704975 h 1704975"/>
              <a:gd name="connsiteX3" fmla="*/ 0 w 1828800"/>
              <a:gd name="connsiteY3" fmla="*/ 1704975 h 170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800" h="1704975">
                <a:moveTo>
                  <a:pt x="0" y="0"/>
                </a:moveTo>
                <a:lnTo>
                  <a:pt x="1828800" y="0"/>
                </a:lnTo>
                <a:lnTo>
                  <a:pt x="1828800" y="1704975"/>
                </a:lnTo>
                <a:lnTo>
                  <a:pt x="0" y="1704975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wrap="square" lIns="0" tIns="0" rIns="0" bIns="274320" anchor="b">
            <a:noAutofit/>
          </a:bodyPr>
          <a:lstStyle>
            <a:lvl1pPr algn="ctr" rtl="0">
              <a:buNone/>
              <a:defRPr sz="933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23" hasCustomPrompt="1"/>
          </p:nvPr>
        </p:nvSpPr>
        <p:spPr>
          <a:xfrm>
            <a:off x="2438400" y="1854201"/>
            <a:ext cx="2438400" cy="2273300"/>
          </a:xfrm>
          <a:custGeom>
            <a:avLst/>
            <a:gdLst>
              <a:gd name="connsiteX0" fmla="*/ 0 w 1828800"/>
              <a:gd name="connsiteY0" fmla="*/ 0 h 1704975"/>
              <a:gd name="connsiteX1" fmla="*/ 1828800 w 1828800"/>
              <a:gd name="connsiteY1" fmla="*/ 0 h 1704975"/>
              <a:gd name="connsiteX2" fmla="*/ 1828800 w 1828800"/>
              <a:gd name="connsiteY2" fmla="*/ 1704975 h 1704975"/>
              <a:gd name="connsiteX3" fmla="*/ 0 w 1828800"/>
              <a:gd name="connsiteY3" fmla="*/ 1704975 h 170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800" h="1704975">
                <a:moveTo>
                  <a:pt x="0" y="0"/>
                </a:moveTo>
                <a:lnTo>
                  <a:pt x="1828800" y="0"/>
                </a:lnTo>
                <a:lnTo>
                  <a:pt x="1828800" y="1704975"/>
                </a:lnTo>
                <a:lnTo>
                  <a:pt x="0" y="1704975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wrap="square" lIns="0" tIns="0" rIns="0" bIns="274320" anchor="b">
            <a:noAutofit/>
          </a:bodyPr>
          <a:lstStyle>
            <a:lvl1pPr algn="ctr" rtl="0">
              <a:buNone/>
              <a:defRPr sz="933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30443867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08001" y="1178427"/>
            <a:ext cx="11157817" cy="231007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600" b="0" baseline="0">
                <a:solidFill>
                  <a:schemeClr val="bg1">
                    <a:lumMod val="65000"/>
                  </a:schemeClr>
                </a:solidFill>
                <a:latin typeface="+mn-lt"/>
                <a:ea typeface="Roboto" panose="02000000000000000000" pitchFamily="2" charset="0"/>
              </a:defRPr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EDITE SUBTITLE</a:t>
            </a:r>
          </a:p>
        </p:txBody>
      </p:sp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508001" y="455085"/>
            <a:ext cx="11157817" cy="660511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4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33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1879600"/>
            <a:ext cx="3048000" cy="2709333"/>
          </a:xfrm>
          <a:custGeom>
            <a:avLst/>
            <a:gdLst>
              <a:gd name="connsiteX0" fmla="*/ 0 w 2286000"/>
              <a:gd name="connsiteY0" fmla="*/ 0 h 1689100"/>
              <a:gd name="connsiteX1" fmla="*/ 2286000 w 2286000"/>
              <a:gd name="connsiteY1" fmla="*/ 0 h 1689100"/>
              <a:gd name="connsiteX2" fmla="*/ 2286000 w 2286000"/>
              <a:gd name="connsiteY2" fmla="*/ 1689100 h 1689100"/>
              <a:gd name="connsiteX3" fmla="*/ 0 w 2286000"/>
              <a:gd name="connsiteY3" fmla="*/ 1689100 h 168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00" h="1689100">
                <a:moveTo>
                  <a:pt x="0" y="0"/>
                </a:moveTo>
                <a:lnTo>
                  <a:pt x="2286000" y="0"/>
                </a:lnTo>
                <a:lnTo>
                  <a:pt x="2286000" y="1689100"/>
                </a:lnTo>
                <a:lnTo>
                  <a:pt x="0" y="168910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wrap="square" lIns="0" tIns="91440" rIns="0" bIns="365760" anchor="b">
            <a:noAutofit/>
          </a:bodyPr>
          <a:lstStyle>
            <a:lvl1pPr algn="ctr" rtl="0">
              <a:buNone/>
              <a:defRPr sz="1467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10" name="Picture Placeholder 34"/>
          <p:cNvSpPr>
            <a:spLocks noGrp="1"/>
          </p:cNvSpPr>
          <p:nvPr>
            <p:ph type="pic" sz="quarter" idx="17" hasCustomPrompt="1"/>
          </p:nvPr>
        </p:nvSpPr>
        <p:spPr>
          <a:xfrm>
            <a:off x="3048000" y="1879600"/>
            <a:ext cx="3048000" cy="2709333"/>
          </a:xfrm>
          <a:custGeom>
            <a:avLst/>
            <a:gdLst>
              <a:gd name="connsiteX0" fmla="*/ 0 w 2286000"/>
              <a:gd name="connsiteY0" fmla="*/ 0 h 1689100"/>
              <a:gd name="connsiteX1" fmla="*/ 2286000 w 2286000"/>
              <a:gd name="connsiteY1" fmla="*/ 0 h 1689100"/>
              <a:gd name="connsiteX2" fmla="*/ 2286000 w 2286000"/>
              <a:gd name="connsiteY2" fmla="*/ 1689100 h 1689100"/>
              <a:gd name="connsiteX3" fmla="*/ 0 w 2286000"/>
              <a:gd name="connsiteY3" fmla="*/ 1689100 h 168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00" h="1689100">
                <a:moveTo>
                  <a:pt x="0" y="0"/>
                </a:moveTo>
                <a:lnTo>
                  <a:pt x="2286000" y="0"/>
                </a:lnTo>
                <a:lnTo>
                  <a:pt x="2286000" y="1689100"/>
                </a:lnTo>
                <a:lnTo>
                  <a:pt x="0" y="168910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wrap="square" lIns="0" tIns="91440" rIns="0" bIns="365760" anchor="b">
            <a:noAutofit/>
          </a:bodyPr>
          <a:lstStyle>
            <a:lvl1pPr algn="ctr" rtl="0">
              <a:buNone/>
              <a:defRPr sz="1467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11" name="Picture Placeholder 35"/>
          <p:cNvSpPr>
            <a:spLocks noGrp="1"/>
          </p:cNvSpPr>
          <p:nvPr>
            <p:ph type="pic" sz="quarter" idx="18" hasCustomPrompt="1"/>
          </p:nvPr>
        </p:nvSpPr>
        <p:spPr>
          <a:xfrm>
            <a:off x="6096000" y="1879600"/>
            <a:ext cx="3048000" cy="2709333"/>
          </a:xfrm>
          <a:custGeom>
            <a:avLst/>
            <a:gdLst>
              <a:gd name="connsiteX0" fmla="*/ 0 w 2286000"/>
              <a:gd name="connsiteY0" fmla="*/ 0 h 1689100"/>
              <a:gd name="connsiteX1" fmla="*/ 2286000 w 2286000"/>
              <a:gd name="connsiteY1" fmla="*/ 0 h 1689100"/>
              <a:gd name="connsiteX2" fmla="*/ 2286000 w 2286000"/>
              <a:gd name="connsiteY2" fmla="*/ 1689100 h 1689100"/>
              <a:gd name="connsiteX3" fmla="*/ 0 w 2286000"/>
              <a:gd name="connsiteY3" fmla="*/ 1689100 h 168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00" h="1689100">
                <a:moveTo>
                  <a:pt x="0" y="0"/>
                </a:moveTo>
                <a:lnTo>
                  <a:pt x="2286000" y="0"/>
                </a:lnTo>
                <a:lnTo>
                  <a:pt x="2286000" y="1689100"/>
                </a:lnTo>
                <a:lnTo>
                  <a:pt x="0" y="168910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wrap="square" lIns="0" tIns="91440" rIns="0" bIns="365760" anchor="b">
            <a:noAutofit/>
          </a:bodyPr>
          <a:lstStyle>
            <a:lvl1pPr algn="ctr" rtl="0">
              <a:buNone/>
              <a:defRPr sz="1467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12" name="Picture Placeholder 36"/>
          <p:cNvSpPr>
            <a:spLocks noGrp="1"/>
          </p:cNvSpPr>
          <p:nvPr>
            <p:ph type="pic" sz="quarter" idx="19" hasCustomPrompt="1"/>
          </p:nvPr>
        </p:nvSpPr>
        <p:spPr>
          <a:xfrm>
            <a:off x="9144000" y="1879600"/>
            <a:ext cx="3048000" cy="2709333"/>
          </a:xfrm>
          <a:custGeom>
            <a:avLst/>
            <a:gdLst>
              <a:gd name="connsiteX0" fmla="*/ 0 w 2286000"/>
              <a:gd name="connsiteY0" fmla="*/ 0 h 1689100"/>
              <a:gd name="connsiteX1" fmla="*/ 2286000 w 2286000"/>
              <a:gd name="connsiteY1" fmla="*/ 0 h 1689100"/>
              <a:gd name="connsiteX2" fmla="*/ 2286000 w 2286000"/>
              <a:gd name="connsiteY2" fmla="*/ 1689100 h 1689100"/>
              <a:gd name="connsiteX3" fmla="*/ 0 w 2286000"/>
              <a:gd name="connsiteY3" fmla="*/ 1689100 h 168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00" h="1689100">
                <a:moveTo>
                  <a:pt x="0" y="0"/>
                </a:moveTo>
                <a:lnTo>
                  <a:pt x="2286000" y="0"/>
                </a:lnTo>
                <a:lnTo>
                  <a:pt x="2286000" y="1689100"/>
                </a:lnTo>
                <a:lnTo>
                  <a:pt x="0" y="168910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wrap="square" lIns="0" tIns="91440" rIns="0" bIns="365760" anchor="b">
            <a:noAutofit/>
          </a:bodyPr>
          <a:lstStyle>
            <a:lvl1pPr algn="ctr" rtl="0">
              <a:buNone/>
              <a:defRPr sz="1467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20796690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08001" y="1178427"/>
            <a:ext cx="11157817" cy="231007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l">
              <a:buNone/>
              <a:defRPr sz="1600" b="0" baseline="0">
                <a:solidFill>
                  <a:schemeClr val="bg1">
                    <a:lumMod val="65000"/>
                  </a:schemeClr>
                </a:solidFill>
                <a:latin typeface="+mn-lt"/>
                <a:ea typeface="Roboto" panose="02000000000000000000" pitchFamily="2" charset="0"/>
              </a:defRPr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EDITE SUBTITLE</a:t>
            </a:r>
          </a:p>
        </p:txBody>
      </p:sp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508001" y="455085"/>
            <a:ext cx="11157817" cy="660511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4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9" hasCustomPrompt="1"/>
          </p:nvPr>
        </p:nvSpPr>
        <p:spPr>
          <a:xfrm>
            <a:off x="7594600" y="455084"/>
            <a:ext cx="2044320" cy="2949880"/>
          </a:xfrm>
          <a:custGeom>
            <a:avLst/>
            <a:gdLst>
              <a:gd name="connsiteX0" fmla="*/ 0 w 1533240"/>
              <a:gd name="connsiteY0" fmla="*/ 0 h 2212410"/>
              <a:gd name="connsiteX1" fmla="*/ 1533240 w 1533240"/>
              <a:gd name="connsiteY1" fmla="*/ 0 h 2212410"/>
              <a:gd name="connsiteX2" fmla="*/ 1533240 w 1533240"/>
              <a:gd name="connsiteY2" fmla="*/ 2212410 h 2212410"/>
              <a:gd name="connsiteX3" fmla="*/ 0 w 1533240"/>
              <a:gd name="connsiteY3" fmla="*/ 2212410 h 2212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33240" h="2212410">
                <a:moveTo>
                  <a:pt x="0" y="0"/>
                </a:moveTo>
                <a:lnTo>
                  <a:pt x="1533240" y="0"/>
                </a:lnTo>
                <a:lnTo>
                  <a:pt x="1533240" y="2212410"/>
                </a:lnTo>
                <a:lnTo>
                  <a:pt x="0" y="221241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wrap="square" lIns="0" tIns="91440" rIns="0" bIns="365760" anchor="b">
            <a:noAutofit/>
          </a:bodyPr>
          <a:lstStyle>
            <a:lvl1pPr algn="ctr" rtl="0">
              <a:buNone/>
              <a:defRPr sz="1467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20" hasCustomPrompt="1"/>
          </p:nvPr>
        </p:nvSpPr>
        <p:spPr>
          <a:xfrm>
            <a:off x="9621497" y="3404964"/>
            <a:ext cx="2044320" cy="2949880"/>
          </a:xfrm>
          <a:custGeom>
            <a:avLst/>
            <a:gdLst>
              <a:gd name="connsiteX0" fmla="*/ 0 w 1533240"/>
              <a:gd name="connsiteY0" fmla="*/ 0 h 2212410"/>
              <a:gd name="connsiteX1" fmla="*/ 1533240 w 1533240"/>
              <a:gd name="connsiteY1" fmla="*/ 0 h 2212410"/>
              <a:gd name="connsiteX2" fmla="*/ 1533240 w 1533240"/>
              <a:gd name="connsiteY2" fmla="*/ 2212410 h 2212410"/>
              <a:gd name="connsiteX3" fmla="*/ 0 w 1533240"/>
              <a:gd name="connsiteY3" fmla="*/ 2212410 h 2212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33240" h="2212410">
                <a:moveTo>
                  <a:pt x="0" y="0"/>
                </a:moveTo>
                <a:lnTo>
                  <a:pt x="1533240" y="0"/>
                </a:lnTo>
                <a:lnTo>
                  <a:pt x="1533240" y="2212410"/>
                </a:lnTo>
                <a:lnTo>
                  <a:pt x="0" y="221241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wrap="square" lIns="0" tIns="91440" rIns="0" bIns="365760" anchor="b">
            <a:noAutofit/>
          </a:bodyPr>
          <a:lstStyle>
            <a:lvl1pPr algn="ctr" rtl="0">
              <a:buNone/>
              <a:defRPr sz="1467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338747036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08001" y="1178427"/>
            <a:ext cx="11157817" cy="231007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600" b="0" baseline="0">
                <a:solidFill>
                  <a:schemeClr val="bg1">
                    <a:lumMod val="65000"/>
                  </a:schemeClr>
                </a:solidFill>
                <a:latin typeface="+mn-lt"/>
                <a:ea typeface="Roboto" panose="02000000000000000000" pitchFamily="2" charset="0"/>
              </a:defRPr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EDITE SUBTITLE</a:t>
            </a:r>
          </a:p>
        </p:txBody>
      </p:sp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508001" y="455085"/>
            <a:ext cx="11157817" cy="660511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4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9" hasCustomPrompt="1"/>
          </p:nvPr>
        </p:nvSpPr>
        <p:spPr>
          <a:xfrm>
            <a:off x="4661010" y="1854200"/>
            <a:ext cx="2823525" cy="4546600"/>
          </a:xfrm>
          <a:custGeom>
            <a:avLst/>
            <a:gdLst>
              <a:gd name="connsiteX0" fmla="*/ 0 w 2117644"/>
              <a:gd name="connsiteY0" fmla="*/ 0 h 3409950"/>
              <a:gd name="connsiteX1" fmla="*/ 2117644 w 2117644"/>
              <a:gd name="connsiteY1" fmla="*/ 0 h 3409950"/>
              <a:gd name="connsiteX2" fmla="*/ 2117644 w 2117644"/>
              <a:gd name="connsiteY2" fmla="*/ 3409950 h 3409950"/>
              <a:gd name="connsiteX3" fmla="*/ 0 w 2117644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17644" h="3409950">
                <a:moveTo>
                  <a:pt x="0" y="0"/>
                </a:moveTo>
                <a:lnTo>
                  <a:pt x="2117644" y="0"/>
                </a:lnTo>
                <a:lnTo>
                  <a:pt x="2117644" y="3409950"/>
                </a:lnTo>
                <a:lnTo>
                  <a:pt x="0" y="340995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wrap="square" lIns="0" tIns="91440" rIns="0" bIns="365760" anchor="b">
            <a:noAutofit/>
          </a:bodyPr>
          <a:lstStyle>
            <a:lvl1pPr algn="ctr" rtl="0">
              <a:buNone/>
              <a:defRPr sz="1467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20" hasCustomPrompt="1"/>
          </p:nvPr>
        </p:nvSpPr>
        <p:spPr>
          <a:xfrm>
            <a:off x="7707560" y="4229101"/>
            <a:ext cx="3958256" cy="2171700"/>
          </a:xfrm>
          <a:custGeom>
            <a:avLst/>
            <a:gdLst>
              <a:gd name="connsiteX0" fmla="*/ 0 w 2968692"/>
              <a:gd name="connsiteY0" fmla="*/ 0 h 1628775"/>
              <a:gd name="connsiteX1" fmla="*/ 2968692 w 2968692"/>
              <a:gd name="connsiteY1" fmla="*/ 0 h 1628775"/>
              <a:gd name="connsiteX2" fmla="*/ 2968692 w 2968692"/>
              <a:gd name="connsiteY2" fmla="*/ 1628775 h 1628775"/>
              <a:gd name="connsiteX3" fmla="*/ 0 w 2968692"/>
              <a:gd name="connsiteY3" fmla="*/ 1628775 h 1628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68692" h="1628775">
                <a:moveTo>
                  <a:pt x="0" y="0"/>
                </a:moveTo>
                <a:lnTo>
                  <a:pt x="2968692" y="0"/>
                </a:lnTo>
                <a:lnTo>
                  <a:pt x="2968692" y="1628775"/>
                </a:lnTo>
                <a:lnTo>
                  <a:pt x="0" y="1628775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wrap="square" lIns="0" tIns="91440" rIns="0" bIns="365760" anchor="b">
            <a:noAutofit/>
          </a:bodyPr>
          <a:lstStyle>
            <a:lvl1pPr algn="ctr" rtl="0">
              <a:buNone/>
              <a:defRPr sz="1467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21" hasCustomPrompt="1"/>
          </p:nvPr>
        </p:nvSpPr>
        <p:spPr>
          <a:xfrm>
            <a:off x="508001" y="4229101"/>
            <a:ext cx="1838303" cy="2171700"/>
          </a:xfrm>
          <a:custGeom>
            <a:avLst/>
            <a:gdLst>
              <a:gd name="connsiteX0" fmla="*/ 0 w 1378727"/>
              <a:gd name="connsiteY0" fmla="*/ 0 h 1628775"/>
              <a:gd name="connsiteX1" fmla="*/ 1378727 w 1378727"/>
              <a:gd name="connsiteY1" fmla="*/ 0 h 1628775"/>
              <a:gd name="connsiteX2" fmla="*/ 1378727 w 1378727"/>
              <a:gd name="connsiteY2" fmla="*/ 1628775 h 1628775"/>
              <a:gd name="connsiteX3" fmla="*/ 0 w 1378727"/>
              <a:gd name="connsiteY3" fmla="*/ 1628775 h 1628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78727" h="1628775">
                <a:moveTo>
                  <a:pt x="0" y="0"/>
                </a:moveTo>
                <a:lnTo>
                  <a:pt x="1378727" y="0"/>
                </a:lnTo>
                <a:lnTo>
                  <a:pt x="1378727" y="1628775"/>
                </a:lnTo>
                <a:lnTo>
                  <a:pt x="0" y="1628775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wrap="square" lIns="0" tIns="91440" rIns="0" bIns="365760" anchor="b">
            <a:noAutofit/>
          </a:bodyPr>
          <a:lstStyle>
            <a:lvl1pPr algn="ctr" rtl="0">
              <a:buNone/>
              <a:defRPr sz="1467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22" hasCustomPrompt="1"/>
          </p:nvPr>
        </p:nvSpPr>
        <p:spPr>
          <a:xfrm>
            <a:off x="508000" y="1854201"/>
            <a:ext cx="3958256" cy="2171700"/>
          </a:xfrm>
          <a:custGeom>
            <a:avLst/>
            <a:gdLst>
              <a:gd name="connsiteX0" fmla="*/ 0 w 2968692"/>
              <a:gd name="connsiteY0" fmla="*/ 0 h 1628775"/>
              <a:gd name="connsiteX1" fmla="*/ 2968692 w 2968692"/>
              <a:gd name="connsiteY1" fmla="*/ 0 h 1628775"/>
              <a:gd name="connsiteX2" fmla="*/ 2968692 w 2968692"/>
              <a:gd name="connsiteY2" fmla="*/ 1628775 h 1628775"/>
              <a:gd name="connsiteX3" fmla="*/ 0 w 2968692"/>
              <a:gd name="connsiteY3" fmla="*/ 1628775 h 1628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68692" h="1628775">
                <a:moveTo>
                  <a:pt x="0" y="0"/>
                </a:moveTo>
                <a:lnTo>
                  <a:pt x="2968692" y="0"/>
                </a:lnTo>
                <a:lnTo>
                  <a:pt x="2968692" y="1628775"/>
                </a:lnTo>
                <a:lnTo>
                  <a:pt x="0" y="1628775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wrap="square" lIns="0" tIns="91440" rIns="0" bIns="365760" anchor="b">
            <a:noAutofit/>
          </a:bodyPr>
          <a:lstStyle>
            <a:lvl1pPr algn="ctr" rtl="0">
              <a:buNone/>
              <a:defRPr sz="1467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29274882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054601" y="1178427"/>
            <a:ext cx="6611217" cy="231007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l">
              <a:buNone/>
              <a:defRPr sz="1600" b="0" baseline="0">
                <a:solidFill>
                  <a:schemeClr val="bg1">
                    <a:lumMod val="65000"/>
                  </a:schemeClr>
                </a:solidFill>
                <a:latin typeface="+mn-lt"/>
                <a:ea typeface="Roboto" panose="02000000000000000000" pitchFamily="2" charset="0"/>
              </a:defRPr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EDITE SUBTITLE</a:t>
            </a:r>
          </a:p>
        </p:txBody>
      </p:sp>
      <p:sp>
        <p:nvSpPr>
          <p:cNvPr id="5" name="Title 2"/>
          <p:cNvSpPr>
            <a:spLocks noGrp="1"/>
          </p:cNvSpPr>
          <p:nvPr>
            <p:ph type="title" hasCustomPrompt="1"/>
          </p:nvPr>
        </p:nvSpPr>
        <p:spPr>
          <a:xfrm>
            <a:off x="5054601" y="455085"/>
            <a:ext cx="6611217" cy="660511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4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9" hasCustomPrompt="1"/>
          </p:nvPr>
        </p:nvSpPr>
        <p:spPr>
          <a:xfrm>
            <a:off x="508000" y="455084"/>
            <a:ext cx="2044320" cy="2949880"/>
          </a:xfrm>
          <a:custGeom>
            <a:avLst/>
            <a:gdLst>
              <a:gd name="connsiteX0" fmla="*/ 0 w 1533240"/>
              <a:gd name="connsiteY0" fmla="*/ 0 h 2212410"/>
              <a:gd name="connsiteX1" fmla="*/ 1533240 w 1533240"/>
              <a:gd name="connsiteY1" fmla="*/ 0 h 2212410"/>
              <a:gd name="connsiteX2" fmla="*/ 1533240 w 1533240"/>
              <a:gd name="connsiteY2" fmla="*/ 2212410 h 2212410"/>
              <a:gd name="connsiteX3" fmla="*/ 0 w 1533240"/>
              <a:gd name="connsiteY3" fmla="*/ 2212410 h 2212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33240" h="2212410">
                <a:moveTo>
                  <a:pt x="0" y="0"/>
                </a:moveTo>
                <a:lnTo>
                  <a:pt x="1533240" y="0"/>
                </a:lnTo>
                <a:lnTo>
                  <a:pt x="1533240" y="2212410"/>
                </a:lnTo>
                <a:lnTo>
                  <a:pt x="0" y="221241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wrap="square" lIns="0" tIns="91440" rIns="0" bIns="365760" anchor="b">
            <a:noAutofit/>
          </a:bodyPr>
          <a:lstStyle>
            <a:lvl1pPr algn="ctr" rtl="0">
              <a:buNone/>
              <a:defRPr sz="1467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20" hasCustomPrompt="1"/>
          </p:nvPr>
        </p:nvSpPr>
        <p:spPr>
          <a:xfrm>
            <a:off x="2534897" y="3404964"/>
            <a:ext cx="9130920" cy="2949880"/>
          </a:xfrm>
          <a:custGeom>
            <a:avLst/>
            <a:gdLst>
              <a:gd name="connsiteX0" fmla="*/ 0 w 1533240"/>
              <a:gd name="connsiteY0" fmla="*/ 0 h 2212410"/>
              <a:gd name="connsiteX1" fmla="*/ 1533240 w 1533240"/>
              <a:gd name="connsiteY1" fmla="*/ 0 h 2212410"/>
              <a:gd name="connsiteX2" fmla="*/ 1533240 w 1533240"/>
              <a:gd name="connsiteY2" fmla="*/ 2212410 h 2212410"/>
              <a:gd name="connsiteX3" fmla="*/ 0 w 1533240"/>
              <a:gd name="connsiteY3" fmla="*/ 2212410 h 2212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33240" h="2212410">
                <a:moveTo>
                  <a:pt x="0" y="0"/>
                </a:moveTo>
                <a:lnTo>
                  <a:pt x="1533240" y="0"/>
                </a:lnTo>
                <a:lnTo>
                  <a:pt x="1533240" y="2212410"/>
                </a:lnTo>
                <a:lnTo>
                  <a:pt x="0" y="221241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wrap="square" lIns="0" tIns="91440" rIns="0" bIns="365760" anchor="b">
            <a:noAutofit/>
          </a:bodyPr>
          <a:lstStyle>
            <a:lvl1pPr algn="ctr" rtl="0">
              <a:buNone/>
              <a:defRPr sz="1467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27429070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/>
          <p:cNvSpPr>
            <a:spLocks noGrp="1"/>
          </p:cNvSpPr>
          <p:nvPr>
            <p:ph type="pic" sz="quarter" idx="25" hasCustomPrompt="1"/>
          </p:nvPr>
        </p:nvSpPr>
        <p:spPr>
          <a:xfrm>
            <a:off x="9163917" y="2209800"/>
            <a:ext cx="2438400" cy="2438400"/>
          </a:xfrm>
          <a:custGeom>
            <a:avLst/>
            <a:gdLst>
              <a:gd name="connsiteX0" fmla="*/ 914400 w 1828800"/>
              <a:gd name="connsiteY0" fmla="*/ 0 h 1828800"/>
              <a:gd name="connsiteX1" fmla="*/ 1828800 w 1828800"/>
              <a:gd name="connsiteY1" fmla="*/ 914400 h 1828800"/>
              <a:gd name="connsiteX2" fmla="*/ 914400 w 1828800"/>
              <a:gd name="connsiteY2" fmla="*/ 1828800 h 1828800"/>
              <a:gd name="connsiteX3" fmla="*/ 0 w 1828800"/>
              <a:gd name="connsiteY3" fmla="*/ 914400 h 1828800"/>
              <a:gd name="connsiteX4" fmla="*/ 914400 w 1828800"/>
              <a:gd name="connsiteY4" fmla="*/ 0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" h="1828800">
                <a:moveTo>
                  <a:pt x="914400" y="0"/>
                </a:moveTo>
                <a:cubicBezTo>
                  <a:pt x="1419409" y="0"/>
                  <a:pt x="1828800" y="409391"/>
                  <a:pt x="1828800" y="914400"/>
                </a:cubicBezTo>
                <a:cubicBezTo>
                  <a:pt x="1828800" y="1419409"/>
                  <a:pt x="1419409" y="1828800"/>
                  <a:pt x="914400" y="1828800"/>
                </a:cubicBezTo>
                <a:cubicBezTo>
                  <a:pt x="409391" y="1828800"/>
                  <a:pt x="0" y="1419409"/>
                  <a:pt x="0" y="914400"/>
                </a:cubicBezTo>
                <a:cubicBezTo>
                  <a:pt x="0" y="409391"/>
                  <a:pt x="409391" y="0"/>
                  <a:pt x="914400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wrap="square" lIns="0" tIns="0" rIns="0" bIns="274320" anchor="b">
            <a:noAutofit/>
          </a:bodyPr>
          <a:lstStyle>
            <a:lvl1pPr algn="ctr" rtl="0">
              <a:buNone/>
              <a:defRPr sz="933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26" hasCustomPrompt="1"/>
          </p:nvPr>
        </p:nvSpPr>
        <p:spPr>
          <a:xfrm>
            <a:off x="571500" y="2209800"/>
            <a:ext cx="2438400" cy="2438400"/>
          </a:xfrm>
          <a:custGeom>
            <a:avLst/>
            <a:gdLst>
              <a:gd name="connsiteX0" fmla="*/ 914400 w 1828800"/>
              <a:gd name="connsiteY0" fmla="*/ 0 h 1828800"/>
              <a:gd name="connsiteX1" fmla="*/ 1828800 w 1828800"/>
              <a:gd name="connsiteY1" fmla="*/ 914400 h 1828800"/>
              <a:gd name="connsiteX2" fmla="*/ 914400 w 1828800"/>
              <a:gd name="connsiteY2" fmla="*/ 1828800 h 1828800"/>
              <a:gd name="connsiteX3" fmla="*/ 0 w 1828800"/>
              <a:gd name="connsiteY3" fmla="*/ 914400 h 1828800"/>
              <a:gd name="connsiteX4" fmla="*/ 914400 w 1828800"/>
              <a:gd name="connsiteY4" fmla="*/ 0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" h="1828800">
                <a:moveTo>
                  <a:pt x="914400" y="0"/>
                </a:moveTo>
                <a:cubicBezTo>
                  <a:pt x="1419409" y="0"/>
                  <a:pt x="1828800" y="409391"/>
                  <a:pt x="1828800" y="914400"/>
                </a:cubicBezTo>
                <a:cubicBezTo>
                  <a:pt x="1828800" y="1419409"/>
                  <a:pt x="1419409" y="1828800"/>
                  <a:pt x="914400" y="1828800"/>
                </a:cubicBezTo>
                <a:cubicBezTo>
                  <a:pt x="409391" y="1828800"/>
                  <a:pt x="0" y="1419409"/>
                  <a:pt x="0" y="914400"/>
                </a:cubicBezTo>
                <a:cubicBezTo>
                  <a:pt x="0" y="409391"/>
                  <a:pt x="409391" y="0"/>
                  <a:pt x="914400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wrap="square" lIns="0" tIns="0" rIns="0" bIns="274320" anchor="b">
            <a:noAutofit/>
          </a:bodyPr>
          <a:lstStyle>
            <a:lvl1pPr algn="ctr" rtl="0">
              <a:buNone/>
              <a:defRPr sz="933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08001" y="1178427"/>
            <a:ext cx="11157817" cy="231007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600" b="0" baseline="0">
                <a:solidFill>
                  <a:schemeClr val="bg1">
                    <a:lumMod val="65000"/>
                  </a:schemeClr>
                </a:solidFill>
                <a:latin typeface="+mn-lt"/>
                <a:ea typeface="Roboto" panose="02000000000000000000" pitchFamily="2" charset="0"/>
              </a:defRPr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EDITE SUBTITLE</a:t>
            </a:r>
          </a:p>
        </p:txBody>
      </p:sp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508001" y="455085"/>
            <a:ext cx="11157817" cy="660511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4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23" hasCustomPrompt="1"/>
          </p:nvPr>
        </p:nvSpPr>
        <p:spPr>
          <a:xfrm>
            <a:off x="2235200" y="1968500"/>
            <a:ext cx="2921000" cy="2921000"/>
          </a:xfrm>
          <a:custGeom>
            <a:avLst/>
            <a:gdLst>
              <a:gd name="connsiteX0" fmla="*/ 1095375 w 2190750"/>
              <a:gd name="connsiteY0" fmla="*/ 0 h 2190750"/>
              <a:gd name="connsiteX1" fmla="*/ 2190750 w 2190750"/>
              <a:gd name="connsiteY1" fmla="*/ 1095375 h 2190750"/>
              <a:gd name="connsiteX2" fmla="*/ 1095375 w 2190750"/>
              <a:gd name="connsiteY2" fmla="*/ 2190750 h 2190750"/>
              <a:gd name="connsiteX3" fmla="*/ 0 w 2190750"/>
              <a:gd name="connsiteY3" fmla="*/ 1095375 h 2190750"/>
              <a:gd name="connsiteX4" fmla="*/ 1095375 w 2190750"/>
              <a:gd name="connsiteY4" fmla="*/ 0 h 2190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0750" h="2190750">
                <a:moveTo>
                  <a:pt x="1095375" y="0"/>
                </a:moveTo>
                <a:cubicBezTo>
                  <a:pt x="1700334" y="0"/>
                  <a:pt x="2190750" y="490416"/>
                  <a:pt x="2190750" y="1095375"/>
                </a:cubicBezTo>
                <a:cubicBezTo>
                  <a:pt x="2190750" y="1700334"/>
                  <a:pt x="1700334" y="2190750"/>
                  <a:pt x="1095375" y="2190750"/>
                </a:cubicBezTo>
                <a:cubicBezTo>
                  <a:pt x="490416" y="2190750"/>
                  <a:pt x="0" y="1700334"/>
                  <a:pt x="0" y="1095375"/>
                </a:cubicBezTo>
                <a:cubicBezTo>
                  <a:pt x="0" y="490416"/>
                  <a:pt x="490416" y="0"/>
                  <a:pt x="1095375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274320" anchor="b">
            <a:noAutofit/>
          </a:bodyPr>
          <a:lstStyle>
            <a:lvl1pPr algn="ctr" rtl="0">
              <a:buNone/>
              <a:defRPr sz="933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24" hasCustomPrompt="1"/>
          </p:nvPr>
        </p:nvSpPr>
        <p:spPr>
          <a:xfrm>
            <a:off x="7035800" y="1968500"/>
            <a:ext cx="2921000" cy="2921000"/>
          </a:xfrm>
          <a:custGeom>
            <a:avLst/>
            <a:gdLst>
              <a:gd name="connsiteX0" fmla="*/ 1095375 w 2190750"/>
              <a:gd name="connsiteY0" fmla="*/ 0 h 2190750"/>
              <a:gd name="connsiteX1" fmla="*/ 2190750 w 2190750"/>
              <a:gd name="connsiteY1" fmla="*/ 1095375 h 2190750"/>
              <a:gd name="connsiteX2" fmla="*/ 1095375 w 2190750"/>
              <a:gd name="connsiteY2" fmla="*/ 2190750 h 2190750"/>
              <a:gd name="connsiteX3" fmla="*/ 0 w 2190750"/>
              <a:gd name="connsiteY3" fmla="*/ 1095375 h 2190750"/>
              <a:gd name="connsiteX4" fmla="*/ 1095375 w 2190750"/>
              <a:gd name="connsiteY4" fmla="*/ 0 h 2190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0750" h="2190750">
                <a:moveTo>
                  <a:pt x="1095375" y="0"/>
                </a:moveTo>
                <a:cubicBezTo>
                  <a:pt x="1700334" y="0"/>
                  <a:pt x="2190750" y="490416"/>
                  <a:pt x="2190750" y="1095375"/>
                </a:cubicBezTo>
                <a:cubicBezTo>
                  <a:pt x="2190750" y="1700334"/>
                  <a:pt x="1700334" y="2190750"/>
                  <a:pt x="1095375" y="2190750"/>
                </a:cubicBezTo>
                <a:cubicBezTo>
                  <a:pt x="490416" y="2190750"/>
                  <a:pt x="0" y="1700334"/>
                  <a:pt x="0" y="1095375"/>
                </a:cubicBezTo>
                <a:cubicBezTo>
                  <a:pt x="0" y="490416"/>
                  <a:pt x="490416" y="0"/>
                  <a:pt x="1095375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274320" anchor="b">
            <a:noAutofit/>
          </a:bodyPr>
          <a:lstStyle>
            <a:lvl1pPr algn="ctr" rtl="0">
              <a:buNone/>
              <a:defRPr sz="933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237866497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08001" y="1178427"/>
            <a:ext cx="11157817" cy="231007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600" b="0" baseline="0">
                <a:solidFill>
                  <a:schemeClr val="bg1">
                    <a:lumMod val="65000"/>
                  </a:schemeClr>
                </a:solidFill>
                <a:latin typeface="+mn-lt"/>
                <a:ea typeface="Roboto" panose="02000000000000000000" pitchFamily="2" charset="0"/>
              </a:defRPr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EDITE SUBTITLE</a:t>
            </a:r>
          </a:p>
        </p:txBody>
      </p:sp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508001" y="455085"/>
            <a:ext cx="11157817" cy="660511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4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23" hasCustomPrompt="1"/>
          </p:nvPr>
        </p:nvSpPr>
        <p:spPr>
          <a:xfrm>
            <a:off x="514417" y="1968500"/>
            <a:ext cx="2921000" cy="2921000"/>
          </a:xfrm>
          <a:custGeom>
            <a:avLst/>
            <a:gdLst>
              <a:gd name="connsiteX0" fmla="*/ 1095375 w 2190750"/>
              <a:gd name="connsiteY0" fmla="*/ 0 h 2190750"/>
              <a:gd name="connsiteX1" fmla="*/ 2190750 w 2190750"/>
              <a:gd name="connsiteY1" fmla="*/ 1095375 h 2190750"/>
              <a:gd name="connsiteX2" fmla="*/ 1095375 w 2190750"/>
              <a:gd name="connsiteY2" fmla="*/ 2190750 h 2190750"/>
              <a:gd name="connsiteX3" fmla="*/ 0 w 2190750"/>
              <a:gd name="connsiteY3" fmla="*/ 1095375 h 2190750"/>
              <a:gd name="connsiteX4" fmla="*/ 1095375 w 2190750"/>
              <a:gd name="connsiteY4" fmla="*/ 0 h 2190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0750" h="2190750">
                <a:moveTo>
                  <a:pt x="1095375" y="0"/>
                </a:moveTo>
                <a:cubicBezTo>
                  <a:pt x="1700334" y="0"/>
                  <a:pt x="2190750" y="490416"/>
                  <a:pt x="2190750" y="1095375"/>
                </a:cubicBezTo>
                <a:cubicBezTo>
                  <a:pt x="2190750" y="1700334"/>
                  <a:pt x="1700334" y="2190750"/>
                  <a:pt x="1095375" y="2190750"/>
                </a:cubicBezTo>
                <a:cubicBezTo>
                  <a:pt x="490416" y="2190750"/>
                  <a:pt x="0" y="1700334"/>
                  <a:pt x="0" y="1095375"/>
                </a:cubicBezTo>
                <a:cubicBezTo>
                  <a:pt x="0" y="490416"/>
                  <a:pt x="490416" y="0"/>
                  <a:pt x="1095375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wrap="square" lIns="0" tIns="0" rIns="0" bIns="274320" anchor="b">
            <a:noAutofit/>
          </a:bodyPr>
          <a:lstStyle>
            <a:lvl1pPr algn="ctr" rtl="0">
              <a:buNone/>
              <a:defRPr sz="933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8" name="Picture Placeholder 19"/>
          <p:cNvSpPr>
            <a:spLocks noGrp="1"/>
          </p:cNvSpPr>
          <p:nvPr>
            <p:ph type="pic" sz="quarter" idx="25" hasCustomPrompt="1"/>
          </p:nvPr>
        </p:nvSpPr>
        <p:spPr>
          <a:xfrm>
            <a:off x="4629617" y="1968500"/>
            <a:ext cx="2921000" cy="2921000"/>
          </a:xfrm>
          <a:custGeom>
            <a:avLst/>
            <a:gdLst>
              <a:gd name="connsiteX0" fmla="*/ 1095375 w 2190750"/>
              <a:gd name="connsiteY0" fmla="*/ 0 h 2190750"/>
              <a:gd name="connsiteX1" fmla="*/ 2190750 w 2190750"/>
              <a:gd name="connsiteY1" fmla="*/ 1095375 h 2190750"/>
              <a:gd name="connsiteX2" fmla="*/ 1095375 w 2190750"/>
              <a:gd name="connsiteY2" fmla="*/ 2190750 h 2190750"/>
              <a:gd name="connsiteX3" fmla="*/ 0 w 2190750"/>
              <a:gd name="connsiteY3" fmla="*/ 1095375 h 2190750"/>
              <a:gd name="connsiteX4" fmla="*/ 1095375 w 2190750"/>
              <a:gd name="connsiteY4" fmla="*/ 0 h 2190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0750" h="2190750">
                <a:moveTo>
                  <a:pt x="1095375" y="0"/>
                </a:moveTo>
                <a:cubicBezTo>
                  <a:pt x="1700334" y="0"/>
                  <a:pt x="2190750" y="490416"/>
                  <a:pt x="2190750" y="1095375"/>
                </a:cubicBezTo>
                <a:cubicBezTo>
                  <a:pt x="2190750" y="1700334"/>
                  <a:pt x="1700334" y="2190750"/>
                  <a:pt x="1095375" y="2190750"/>
                </a:cubicBezTo>
                <a:cubicBezTo>
                  <a:pt x="490416" y="2190750"/>
                  <a:pt x="0" y="1700334"/>
                  <a:pt x="0" y="1095375"/>
                </a:cubicBezTo>
                <a:cubicBezTo>
                  <a:pt x="0" y="490416"/>
                  <a:pt x="490416" y="0"/>
                  <a:pt x="1095375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wrap="square" lIns="0" tIns="0" rIns="0" bIns="274320" anchor="b">
            <a:noAutofit/>
          </a:bodyPr>
          <a:lstStyle>
            <a:lvl1pPr algn="ctr" rtl="0">
              <a:buNone/>
              <a:defRPr sz="933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9" name="Picture Placeholder 19"/>
          <p:cNvSpPr>
            <a:spLocks noGrp="1"/>
          </p:cNvSpPr>
          <p:nvPr>
            <p:ph type="pic" sz="quarter" idx="26" hasCustomPrompt="1"/>
          </p:nvPr>
        </p:nvSpPr>
        <p:spPr>
          <a:xfrm>
            <a:off x="8744817" y="1968500"/>
            <a:ext cx="2921000" cy="2921000"/>
          </a:xfrm>
          <a:custGeom>
            <a:avLst/>
            <a:gdLst>
              <a:gd name="connsiteX0" fmla="*/ 1095375 w 2190750"/>
              <a:gd name="connsiteY0" fmla="*/ 0 h 2190750"/>
              <a:gd name="connsiteX1" fmla="*/ 2190750 w 2190750"/>
              <a:gd name="connsiteY1" fmla="*/ 1095375 h 2190750"/>
              <a:gd name="connsiteX2" fmla="*/ 1095375 w 2190750"/>
              <a:gd name="connsiteY2" fmla="*/ 2190750 h 2190750"/>
              <a:gd name="connsiteX3" fmla="*/ 0 w 2190750"/>
              <a:gd name="connsiteY3" fmla="*/ 1095375 h 2190750"/>
              <a:gd name="connsiteX4" fmla="*/ 1095375 w 2190750"/>
              <a:gd name="connsiteY4" fmla="*/ 0 h 2190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0750" h="2190750">
                <a:moveTo>
                  <a:pt x="1095375" y="0"/>
                </a:moveTo>
                <a:cubicBezTo>
                  <a:pt x="1700334" y="0"/>
                  <a:pt x="2190750" y="490416"/>
                  <a:pt x="2190750" y="1095375"/>
                </a:cubicBezTo>
                <a:cubicBezTo>
                  <a:pt x="2190750" y="1700334"/>
                  <a:pt x="1700334" y="2190750"/>
                  <a:pt x="1095375" y="2190750"/>
                </a:cubicBezTo>
                <a:cubicBezTo>
                  <a:pt x="490416" y="2190750"/>
                  <a:pt x="0" y="1700334"/>
                  <a:pt x="0" y="1095375"/>
                </a:cubicBezTo>
                <a:cubicBezTo>
                  <a:pt x="0" y="490416"/>
                  <a:pt x="490416" y="0"/>
                  <a:pt x="1095375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wrap="square" lIns="0" tIns="0" rIns="0" bIns="274320" anchor="b">
            <a:noAutofit/>
          </a:bodyPr>
          <a:lstStyle>
            <a:lvl1pPr algn="ctr" rtl="0">
              <a:buNone/>
              <a:defRPr sz="933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19748326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08001" y="1178427"/>
            <a:ext cx="11157817" cy="231007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600" b="0" baseline="0">
                <a:solidFill>
                  <a:schemeClr val="bg1">
                    <a:lumMod val="65000"/>
                  </a:schemeClr>
                </a:solidFill>
                <a:latin typeface="+mn-lt"/>
                <a:ea typeface="Roboto" panose="02000000000000000000" pitchFamily="2" charset="0"/>
              </a:defRPr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EDITE SUBTITLE</a:t>
            </a:r>
          </a:p>
        </p:txBody>
      </p:sp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508001" y="455085"/>
            <a:ext cx="11157817" cy="660511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4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23" hasCustomPrompt="1"/>
          </p:nvPr>
        </p:nvSpPr>
        <p:spPr>
          <a:xfrm>
            <a:off x="474847" y="1925720"/>
            <a:ext cx="4101699" cy="4101699"/>
          </a:xfrm>
          <a:custGeom>
            <a:avLst/>
            <a:gdLst>
              <a:gd name="connsiteX0" fmla="*/ 1095375 w 2190750"/>
              <a:gd name="connsiteY0" fmla="*/ 0 h 2190750"/>
              <a:gd name="connsiteX1" fmla="*/ 2190750 w 2190750"/>
              <a:gd name="connsiteY1" fmla="*/ 1095375 h 2190750"/>
              <a:gd name="connsiteX2" fmla="*/ 1095375 w 2190750"/>
              <a:gd name="connsiteY2" fmla="*/ 2190750 h 2190750"/>
              <a:gd name="connsiteX3" fmla="*/ 0 w 2190750"/>
              <a:gd name="connsiteY3" fmla="*/ 1095375 h 2190750"/>
              <a:gd name="connsiteX4" fmla="*/ 1095375 w 2190750"/>
              <a:gd name="connsiteY4" fmla="*/ 0 h 2190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0750" h="2190750">
                <a:moveTo>
                  <a:pt x="1095375" y="0"/>
                </a:moveTo>
                <a:cubicBezTo>
                  <a:pt x="1700334" y="0"/>
                  <a:pt x="2190750" y="490416"/>
                  <a:pt x="2190750" y="1095375"/>
                </a:cubicBezTo>
                <a:cubicBezTo>
                  <a:pt x="2190750" y="1700334"/>
                  <a:pt x="1700334" y="2190750"/>
                  <a:pt x="1095375" y="2190750"/>
                </a:cubicBezTo>
                <a:cubicBezTo>
                  <a:pt x="490416" y="2190750"/>
                  <a:pt x="0" y="1700334"/>
                  <a:pt x="0" y="1095375"/>
                </a:cubicBezTo>
                <a:cubicBezTo>
                  <a:pt x="0" y="490416"/>
                  <a:pt x="490416" y="0"/>
                  <a:pt x="1095375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wrap="square" lIns="0" tIns="0" rIns="0" bIns="274320" anchor="b">
            <a:noAutofit/>
          </a:bodyPr>
          <a:lstStyle>
            <a:lvl1pPr algn="ctr" rtl="0">
              <a:buNone/>
              <a:defRPr sz="933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8" name="Picture Placeholder 16"/>
          <p:cNvSpPr>
            <a:spLocks noGrp="1"/>
          </p:cNvSpPr>
          <p:nvPr>
            <p:ph type="pic" sz="quarter" idx="26" hasCustomPrompt="1"/>
          </p:nvPr>
        </p:nvSpPr>
        <p:spPr>
          <a:xfrm>
            <a:off x="2743200" y="4090600"/>
            <a:ext cx="2438400" cy="2438400"/>
          </a:xfrm>
          <a:custGeom>
            <a:avLst/>
            <a:gdLst>
              <a:gd name="connsiteX0" fmla="*/ 914400 w 1828800"/>
              <a:gd name="connsiteY0" fmla="*/ 0 h 1828800"/>
              <a:gd name="connsiteX1" fmla="*/ 1828800 w 1828800"/>
              <a:gd name="connsiteY1" fmla="*/ 914400 h 1828800"/>
              <a:gd name="connsiteX2" fmla="*/ 914400 w 1828800"/>
              <a:gd name="connsiteY2" fmla="*/ 1828800 h 1828800"/>
              <a:gd name="connsiteX3" fmla="*/ 0 w 1828800"/>
              <a:gd name="connsiteY3" fmla="*/ 914400 h 1828800"/>
              <a:gd name="connsiteX4" fmla="*/ 914400 w 1828800"/>
              <a:gd name="connsiteY4" fmla="*/ 0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" h="1828800">
                <a:moveTo>
                  <a:pt x="914400" y="0"/>
                </a:moveTo>
                <a:cubicBezTo>
                  <a:pt x="1419409" y="0"/>
                  <a:pt x="1828800" y="409391"/>
                  <a:pt x="1828800" y="914400"/>
                </a:cubicBezTo>
                <a:cubicBezTo>
                  <a:pt x="1828800" y="1419409"/>
                  <a:pt x="1419409" y="1828800"/>
                  <a:pt x="914400" y="1828800"/>
                </a:cubicBezTo>
                <a:cubicBezTo>
                  <a:pt x="409391" y="1828800"/>
                  <a:pt x="0" y="1419409"/>
                  <a:pt x="0" y="914400"/>
                </a:cubicBezTo>
                <a:cubicBezTo>
                  <a:pt x="0" y="409391"/>
                  <a:pt x="409391" y="0"/>
                  <a:pt x="914400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274320" anchor="b">
            <a:noAutofit/>
          </a:bodyPr>
          <a:lstStyle>
            <a:lvl1pPr algn="ctr" rtl="0">
              <a:buNone/>
              <a:defRPr sz="933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9" name="Picture Placeholder 24"/>
          <p:cNvSpPr>
            <a:spLocks noGrp="1"/>
          </p:cNvSpPr>
          <p:nvPr>
            <p:ph type="pic" sz="quarter" idx="25" hasCustomPrompt="1"/>
          </p:nvPr>
        </p:nvSpPr>
        <p:spPr>
          <a:xfrm>
            <a:off x="3458946" y="1600200"/>
            <a:ext cx="1828525" cy="1828525"/>
          </a:xfrm>
          <a:custGeom>
            <a:avLst/>
            <a:gdLst>
              <a:gd name="connsiteX0" fmla="*/ 914400 w 1828800"/>
              <a:gd name="connsiteY0" fmla="*/ 0 h 1828800"/>
              <a:gd name="connsiteX1" fmla="*/ 1828800 w 1828800"/>
              <a:gd name="connsiteY1" fmla="*/ 914400 h 1828800"/>
              <a:gd name="connsiteX2" fmla="*/ 914400 w 1828800"/>
              <a:gd name="connsiteY2" fmla="*/ 1828800 h 1828800"/>
              <a:gd name="connsiteX3" fmla="*/ 0 w 1828800"/>
              <a:gd name="connsiteY3" fmla="*/ 914400 h 1828800"/>
              <a:gd name="connsiteX4" fmla="*/ 914400 w 1828800"/>
              <a:gd name="connsiteY4" fmla="*/ 0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" h="1828800">
                <a:moveTo>
                  <a:pt x="914400" y="0"/>
                </a:moveTo>
                <a:cubicBezTo>
                  <a:pt x="1419409" y="0"/>
                  <a:pt x="1828800" y="409391"/>
                  <a:pt x="1828800" y="914400"/>
                </a:cubicBezTo>
                <a:cubicBezTo>
                  <a:pt x="1828800" y="1419409"/>
                  <a:pt x="1419409" y="1828800"/>
                  <a:pt x="914400" y="1828800"/>
                </a:cubicBezTo>
                <a:cubicBezTo>
                  <a:pt x="409391" y="1828800"/>
                  <a:pt x="0" y="1419409"/>
                  <a:pt x="0" y="914400"/>
                </a:cubicBezTo>
                <a:cubicBezTo>
                  <a:pt x="0" y="409391"/>
                  <a:pt x="409391" y="0"/>
                  <a:pt x="914400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274320" anchor="b">
            <a:noAutofit/>
          </a:bodyPr>
          <a:lstStyle>
            <a:lvl1pPr algn="ctr" rtl="0">
              <a:buNone/>
              <a:defRPr sz="933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341643286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25" hasCustomPrompt="1"/>
          </p:nvPr>
        </p:nvSpPr>
        <p:spPr>
          <a:xfrm>
            <a:off x="4961647" y="495433"/>
            <a:ext cx="2268707" cy="2268707"/>
          </a:xfrm>
          <a:custGeom>
            <a:avLst/>
            <a:gdLst>
              <a:gd name="connsiteX0" fmla="*/ 850765 w 1701530"/>
              <a:gd name="connsiteY0" fmla="*/ 0 h 1701530"/>
              <a:gd name="connsiteX1" fmla="*/ 1701530 w 1701530"/>
              <a:gd name="connsiteY1" fmla="*/ 850765 h 1701530"/>
              <a:gd name="connsiteX2" fmla="*/ 850765 w 1701530"/>
              <a:gd name="connsiteY2" fmla="*/ 1701530 h 1701530"/>
              <a:gd name="connsiteX3" fmla="*/ 0 w 1701530"/>
              <a:gd name="connsiteY3" fmla="*/ 850765 h 1701530"/>
              <a:gd name="connsiteX4" fmla="*/ 850765 w 1701530"/>
              <a:gd name="connsiteY4" fmla="*/ 0 h 1701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01530" h="1701530">
                <a:moveTo>
                  <a:pt x="850765" y="0"/>
                </a:moveTo>
                <a:cubicBezTo>
                  <a:pt x="1320630" y="0"/>
                  <a:pt x="1701530" y="380900"/>
                  <a:pt x="1701530" y="850765"/>
                </a:cubicBezTo>
                <a:cubicBezTo>
                  <a:pt x="1701530" y="1320630"/>
                  <a:pt x="1320630" y="1701530"/>
                  <a:pt x="850765" y="1701530"/>
                </a:cubicBezTo>
                <a:cubicBezTo>
                  <a:pt x="380900" y="1701530"/>
                  <a:pt x="0" y="1320630"/>
                  <a:pt x="0" y="850765"/>
                </a:cubicBezTo>
                <a:cubicBezTo>
                  <a:pt x="0" y="380900"/>
                  <a:pt x="380900" y="0"/>
                  <a:pt x="850765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wrap="square" lIns="0" tIns="0" rIns="0" bIns="274320" anchor="b">
            <a:noAutofit/>
          </a:bodyPr>
          <a:lstStyle>
            <a:lvl1pPr algn="ctr" rtl="0">
              <a:buNone/>
              <a:defRPr sz="933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39591521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08001" y="1178427"/>
            <a:ext cx="11157817" cy="231007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l">
              <a:buNone/>
              <a:defRPr sz="1600" b="0" baseline="0">
                <a:solidFill>
                  <a:schemeClr val="bg1">
                    <a:lumMod val="65000"/>
                  </a:schemeClr>
                </a:solidFill>
                <a:latin typeface="+mn-lt"/>
                <a:ea typeface="Roboto" panose="02000000000000000000" pitchFamily="2" charset="0"/>
              </a:defRPr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EDITE SUBTITLE</a:t>
            </a:r>
          </a:p>
        </p:txBody>
      </p:sp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508001" y="455085"/>
            <a:ext cx="11157817" cy="660511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4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9839858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5582653" y="0"/>
            <a:ext cx="66093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bIns="457200" anchor="b"/>
          <a:lstStyle>
            <a:lvl1pPr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74778884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bIns="457200" anchor="b"/>
          <a:lstStyle>
            <a:lvl1pPr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199133105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bIns="457200" anchor="b"/>
          <a:lstStyle>
            <a:lvl1pPr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363583834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66093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bIns="457200" anchor="b"/>
          <a:lstStyle>
            <a:lvl1pPr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90568474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08001" y="1178427"/>
            <a:ext cx="11157817" cy="231007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l">
              <a:buNone/>
              <a:defRPr sz="1600" b="0" baseline="0">
                <a:solidFill>
                  <a:schemeClr val="bg1">
                    <a:lumMod val="65000"/>
                  </a:schemeClr>
                </a:solidFill>
                <a:latin typeface="+mn-lt"/>
                <a:ea typeface="Roboto" panose="02000000000000000000" pitchFamily="2" charset="0"/>
              </a:defRPr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EDITE SUBTITLE</a:t>
            </a:r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508001" y="455085"/>
            <a:ext cx="11157817" cy="660511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4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2" hasCustomPrompt="1"/>
          </p:nvPr>
        </p:nvSpPr>
        <p:spPr>
          <a:xfrm>
            <a:off x="6306909" y="1893303"/>
            <a:ext cx="4628824" cy="2609836"/>
          </a:xfrm>
          <a:custGeom>
            <a:avLst/>
            <a:gdLst>
              <a:gd name="connsiteX0" fmla="*/ 0 w 3471618"/>
              <a:gd name="connsiteY0" fmla="*/ 0 h 1957377"/>
              <a:gd name="connsiteX1" fmla="*/ 3471618 w 3471618"/>
              <a:gd name="connsiteY1" fmla="*/ 0 h 1957377"/>
              <a:gd name="connsiteX2" fmla="*/ 3471618 w 3471618"/>
              <a:gd name="connsiteY2" fmla="*/ 1957377 h 1957377"/>
              <a:gd name="connsiteX3" fmla="*/ 0 w 3471618"/>
              <a:gd name="connsiteY3" fmla="*/ 1957377 h 1957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71618" h="1957377">
                <a:moveTo>
                  <a:pt x="0" y="0"/>
                </a:moveTo>
                <a:lnTo>
                  <a:pt x="3471618" y="0"/>
                </a:lnTo>
                <a:lnTo>
                  <a:pt x="3471618" y="1957377"/>
                </a:lnTo>
                <a:lnTo>
                  <a:pt x="0" y="195737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lIns="0" tIns="0" rIns="0" bIns="182880" anchor="b">
            <a:noAutofit/>
          </a:bodyPr>
          <a:lstStyle>
            <a:lvl1pPr algn="ctr" rtl="0">
              <a:buNone/>
              <a:defRPr sz="1867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354956890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08001" y="1178427"/>
            <a:ext cx="11157817" cy="231007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600" b="0" baseline="0">
                <a:solidFill>
                  <a:schemeClr val="bg1">
                    <a:lumMod val="65000"/>
                  </a:schemeClr>
                </a:solidFill>
                <a:latin typeface="+mn-lt"/>
                <a:ea typeface="Roboto" panose="02000000000000000000" pitchFamily="2" charset="0"/>
              </a:defRPr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EDITE SUBTITLE</a:t>
            </a:r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508001" y="455085"/>
            <a:ext cx="11157817" cy="660511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4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2" hasCustomPrompt="1"/>
          </p:nvPr>
        </p:nvSpPr>
        <p:spPr>
          <a:xfrm>
            <a:off x="4095669" y="2539125"/>
            <a:ext cx="3989159" cy="2249177"/>
          </a:xfrm>
          <a:custGeom>
            <a:avLst/>
            <a:gdLst>
              <a:gd name="connsiteX0" fmla="*/ 0 w 2991869"/>
              <a:gd name="connsiteY0" fmla="*/ 0 h 1686883"/>
              <a:gd name="connsiteX1" fmla="*/ 2991869 w 2991869"/>
              <a:gd name="connsiteY1" fmla="*/ 0 h 1686883"/>
              <a:gd name="connsiteX2" fmla="*/ 2991869 w 2991869"/>
              <a:gd name="connsiteY2" fmla="*/ 1686883 h 1686883"/>
              <a:gd name="connsiteX3" fmla="*/ 0 w 2991869"/>
              <a:gd name="connsiteY3" fmla="*/ 1686883 h 1686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91869" h="1686883">
                <a:moveTo>
                  <a:pt x="0" y="0"/>
                </a:moveTo>
                <a:lnTo>
                  <a:pt x="2991869" y="0"/>
                </a:lnTo>
                <a:lnTo>
                  <a:pt x="2991869" y="1686883"/>
                </a:lnTo>
                <a:lnTo>
                  <a:pt x="0" y="16868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lIns="0" tIns="0" rIns="0" bIns="182880" anchor="b">
            <a:noAutofit/>
          </a:bodyPr>
          <a:lstStyle>
            <a:lvl1pPr algn="ctr" rtl="0">
              <a:buNone/>
              <a:defRPr sz="1867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242549613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08001" y="1178427"/>
            <a:ext cx="11157817" cy="231007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600" b="0" baseline="0">
                <a:solidFill>
                  <a:schemeClr val="bg1">
                    <a:lumMod val="65000"/>
                  </a:schemeClr>
                </a:solidFill>
                <a:latin typeface="+mn-lt"/>
                <a:ea typeface="Roboto" panose="02000000000000000000" pitchFamily="2" charset="0"/>
              </a:defRPr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EDITE SUBTITLE</a:t>
            </a:r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508001" y="455085"/>
            <a:ext cx="11157817" cy="660511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4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4192954" y="2441342"/>
            <a:ext cx="3753101" cy="4710892"/>
          </a:xfrm>
          <a:custGeom>
            <a:avLst/>
            <a:gdLst>
              <a:gd name="connsiteX0" fmla="*/ 15681 w 2814826"/>
              <a:gd name="connsiteY0" fmla="*/ 0 h 3533169"/>
              <a:gd name="connsiteX1" fmla="*/ 2801758 w 2814826"/>
              <a:gd name="connsiteY1" fmla="*/ 2611 h 3533169"/>
              <a:gd name="connsiteX2" fmla="*/ 2814826 w 2814826"/>
              <a:gd name="connsiteY2" fmla="*/ 18279 h 3533169"/>
              <a:gd name="connsiteX3" fmla="*/ 2814826 w 2814826"/>
              <a:gd name="connsiteY3" fmla="*/ 3520112 h 3533169"/>
              <a:gd name="connsiteX4" fmla="*/ 2799145 w 2814826"/>
              <a:gd name="connsiteY4" fmla="*/ 3533169 h 3533169"/>
              <a:gd name="connsiteX5" fmla="*/ 15681 w 2814826"/>
              <a:gd name="connsiteY5" fmla="*/ 3533169 h 3533169"/>
              <a:gd name="connsiteX6" fmla="*/ 0 w 2814826"/>
              <a:gd name="connsiteY6" fmla="*/ 3517501 h 3533169"/>
              <a:gd name="connsiteX7" fmla="*/ 2613 w 2814826"/>
              <a:gd name="connsiteY7" fmla="*/ 15668 h 3533169"/>
              <a:gd name="connsiteX8" fmla="*/ 15681 w 2814826"/>
              <a:gd name="connsiteY8" fmla="*/ 0 h 3533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14826" h="3533169">
                <a:moveTo>
                  <a:pt x="15681" y="0"/>
                </a:moveTo>
                <a:cubicBezTo>
                  <a:pt x="2801758" y="2611"/>
                  <a:pt x="2801758" y="2611"/>
                  <a:pt x="2801758" y="2611"/>
                </a:cubicBezTo>
                <a:cubicBezTo>
                  <a:pt x="2809599" y="2611"/>
                  <a:pt x="2814826" y="7834"/>
                  <a:pt x="2814826" y="18279"/>
                </a:cubicBezTo>
                <a:cubicBezTo>
                  <a:pt x="2814826" y="3520112"/>
                  <a:pt x="2814826" y="3520112"/>
                  <a:pt x="2814826" y="3520112"/>
                </a:cubicBezTo>
                <a:cubicBezTo>
                  <a:pt x="2814826" y="3527946"/>
                  <a:pt x="2806985" y="3533169"/>
                  <a:pt x="2799145" y="3533169"/>
                </a:cubicBezTo>
                <a:cubicBezTo>
                  <a:pt x="15681" y="3533169"/>
                  <a:pt x="15681" y="3533169"/>
                  <a:pt x="15681" y="3533169"/>
                </a:cubicBezTo>
                <a:cubicBezTo>
                  <a:pt x="7841" y="3533169"/>
                  <a:pt x="0" y="3525335"/>
                  <a:pt x="0" y="3517501"/>
                </a:cubicBezTo>
                <a:cubicBezTo>
                  <a:pt x="2613" y="15668"/>
                  <a:pt x="2613" y="15668"/>
                  <a:pt x="2613" y="15668"/>
                </a:cubicBezTo>
                <a:cubicBezTo>
                  <a:pt x="2613" y="7834"/>
                  <a:pt x="7841" y="0"/>
                  <a:pt x="1568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lIns="0" tIns="0" rIns="0" bIns="182880" anchor="b">
            <a:noAutofit/>
          </a:bodyPr>
          <a:lstStyle>
            <a:lvl1pPr algn="ctr" rtl="0">
              <a:buNone/>
              <a:defRPr sz="1867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196975887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605867" y="1178427"/>
            <a:ext cx="7059951" cy="231007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l">
              <a:buNone/>
              <a:defRPr sz="1600" b="0" baseline="0">
                <a:solidFill>
                  <a:schemeClr val="bg1">
                    <a:lumMod val="65000"/>
                  </a:schemeClr>
                </a:solidFill>
                <a:latin typeface="+mn-lt"/>
                <a:ea typeface="Roboto" panose="02000000000000000000" pitchFamily="2" charset="0"/>
              </a:defRPr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EDITE SUBTITLE</a:t>
            </a:r>
          </a:p>
        </p:txBody>
      </p:sp>
      <p:sp>
        <p:nvSpPr>
          <p:cNvPr id="6" name="Title 2"/>
          <p:cNvSpPr>
            <a:spLocks noGrp="1"/>
          </p:cNvSpPr>
          <p:nvPr>
            <p:ph type="title" hasCustomPrompt="1"/>
          </p:nvPr>
        </p:nvSpPr>
        <p:spPr>
          <a:xfrm>
            <a:off x="4605867" y="455085"/>
            <a:ext cx="7059951" cy="660511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4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2" hasCustomPrompt="1"/>
          </p:nvPr>
        </p:nvSpPr>
        <p:spPr>
          <a:xfrm>
            <a:off x="1464180" y="2141140"/>
            <a:ext cx="3934571" cy="2427291"/>
          </a:xfrm>
          <a:custGeom>
            <a:avLst/>
            <a:gdLst>
              <a:gd name="connsiteX0" fmla="*/ 0 w 2950928"/>
              <a:gd name="connsiteY0" fmla="*/ 0 h 1820468"/>
              <a:gd name="connsiteX1" fmla="*/ 2950928 w 2950928"/>
              <a:gd name="connsiteY1" fmla="*/ 0 h 1820468"/>
              <a:gd name="connsiteX2" fmla="*/ 2950928 w 2950928"/>
              <a:gd name="connsiteY2" fmla="*/ 1820468 h 1820468"/>
              <a:gd name="connsiteX3" fmla="*/ 0 w 2950928"/>
              <a:gd name="connsiteY3" fmla="*/ 1820468 h 1820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50928" h="1820468">
                <a:moveTo>
                  <a:pt x="0" y="0"/>
                </a:moveTo>
                <a:lnTo>
                  <a:pt x="2950928" y="0"/>
                </a:lnTo>
                <a:lnTo>
                  <a:pt x="2950928" y="1820468"/>
                </a:lnTo>
                <a:lnTo>
                  <a:pt x="0" y="182046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lIns="0" tIns="0" rIns="0" bIns="182880" anchor="b">
            <a:noAutofit/>
          </a:bodyPr>
          <a:lstStyle>
            <a:lvl1pPr algn="ctr" rtl="0">
              <a:buNone/>
              <a:defRPr sz="1867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27198068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4138503" y="1858399"/>
            <a:ext cx="3934571" cy="2427291"/>
          </a:xfrm>
          <a:custGeom>
            <a:avLst/>
            <a:gdLst>
              <a:gd name="connsiteX0" fmla="*/ 0 w 2950928"/>
              <a:gd name="connsiteY0" fmla="*/ 0 h 1820468"/>
              <a:gd name="connsiteX1" fmla="*/ 2950928 w 2950928"/>
              <a:gd name="connsiteY1" fmla="*/ 0 h 1820468"/>
              <a:gd name="connsiteX2" fmla="*/ 2950928 w 2950928"/>
              <a:gd name="connsiteY2" fmla="*/ 1820468 h 1820468"/>
              <a:gd name="connsiteX3" fmla="*/ 0 w 2950928"/>
              <a:gd name="connsiteY3" fmla="*/ 1820468 h 1820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50928" h="1820468">
                <a:moveTo>
                  <a:pt x="0" y="0"/>
                </a:moveTo>
                <a:lnTo>
                  <a:pt x="2950928" y="0"/>
                </a:lnTo>
                <a:lnTo>
                  <a:pt x="2950928" y="1820468"/>
                </a:lnTo>
                <a:lnTo>
                  <a:pt x="0" y="182046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lIns="0" tIns="0" rIns="0" bIns="182880" anchor="b">
            <a:noAutofit/>
          </a:bodyPr>
          <a:lstStyle>
            <a:lvl1pPr algn="ctr" rtl="0">
              <a:buNone/>
              <a:defRPr sz="1867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08001" y="1178427"/>
            <a:ext cx="11157817" cy="231007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600" b="0" baseline="0">
                <a:solidFill>
                  <a:schemeClr val="bg1">
                    <a:lumMod val="65000"/>
                  </a:schemeClr>
                </a:solidFill>
                <a:latin typeface="+mn-lt"/>
                <a:ea typeface="Roboto" panose="02000000000000000000" pitchFamily="2" charset="0"/>
              </a:defRPr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EDITE SUBTITLE</a:t>
            </a:r>
          </a:p>
        </p:txBody>
      </p:sp>
      <p:sp>
        <p:nvSpPr>
          <p:cNvPr id="11" name="Title 2"/>
          <p:cNvSpPr>
            <a:spLocks noGrp="1"/>
          </p:cNvSpPr>
          <p:nvPr>
            <p:ph type="title"/>
          </p:nvPr>
        </p:nvSpPr>
        <p:spPr>
          <a:xfrm>
            <a:off x="508001" y="455085"/>
            <a:ext cx="11157817" cy="660511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4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0909208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08001" y="1178427"/>
            <a:ext cx="11157817" cy="231007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600" b="0" baseline="0">
                <a:solidFill>
                  <a:schemeClr val="bg1">
                    <a:lumMod val="65000"/>
                  </a:schemeClr>
                </a:solidFill>
                <a:latin typeface="+mn-lt"/>
                <a:ea typeface="Roboto" panose="02000000000000000000" pitchFamily="2" charset="0"/>
              </a:defRPr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EDITE SUBTITLE</a:t>
            </a:r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508001" y="455085"/>
            <a:ext cx="11157817" cy="660511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4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1" name="Picture Placeholder 80"/>
          <p:cNvSpPr>
            <a:spLocks noGrp="1"/>
          </p:cNvSpPr>
          <p:nvPr>
            <p:ph type="pic" sz="quarter" idx="13" hasCustomPrompt="1"/>
          </p:nvPr>
        </p:nvSpPr>
        <p:spPr>
          <a:xfrm>
            <a:off x="568563" y="2608793"/>
            <a:ext cx="4247672" cy="2333531"/>
          </a:xfrm>
          <a:custGeom>
            <a:avLst/>
            <a:gdLst>
              <a:gd name="connsiteX0" fmla="*/ 0 w 3185754"/>
              <a:gd name="connsiteY0" fmla="*/ 0 h 1750148"/>
              <a:gd name="connsiteX1" fmla="*/ 3185754 w 3185754"/>
              <a:gd name="connsiteY1" fmla="*/ 0 h 1750148"/>
              <a:gd name="connsiteX2" fmla="*/ 3185754 w 3185754"/>
              <a:gd name="connsiteY2" fmla="*/ 1720851 h 1750148"/>
              <a:gd name="connsiteX3" fmla="*/ 3156457 w 3185754"/>
              <a:gd name="connsiteY3" fmla="*/ 1750148 h 1750148"/>
              <a:gd name="connsiteX4" fmla="*/ 29297 w 3185754"/>
              <a:gd name="connsiteY4" fmla="*/ 1750148 h 1750148"/>
              <a:gd name="connsiteX5" fmla="*/ 0 w 3185754"/>
              <a:gd name="connsiteY5" fmla="*/ 1720851 h 1750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85754" h="1750148">
                <a:moveTo>
                  <a:pt x="0" y="0"/>
                </a:moveTo>
                <a:lnTo>
                  <a:pt x="3185754" y="0"/>
                </a:lnTo>
                <a:lnTo>
                  <a:pt x="3185754" y="1720851"/>
                </a:lnTo>
                <a:cubicBezTo>
                  <a:pt x="3185754" y="1737031"/>
                  <a:pt x="3172637" y="1750148"/>
                  <a:pt x="3156457" y="1750148"/>
                </a:cubicBezTo>
                <a:lnTo>
                  <a:pt x="29297" y="1750148"/>
                </a:lnTo>
                <a:cubicBezTo>
                  <a:pt x="13117" y="1750148"/>
                  <a:pt x="0" y="1737031"/>
                  <a:pt x="0" y="172085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lIns="0" tIns="0" rIns="0" bIns="182880" anchor="b">
            <a:noAutofit/>
          </a:bodyPr>
          <a:lstStyle>
            <a:lvl1pPr algn="ctr" rtl="0">
              <a:buNone/>
              <a:defRPr sz="1867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80" name="Picture Placeholder 79"/>
          <p:cNvSpPr>
            <a:spLocks noGrp="1"/>
          </p:cNvSpPr>
          <p:nvPr>
            <p:ph type="pic" sz="quarter" idx="14" hasCustomPrompt="1"/>
          </p:nvPr>
        </p:nvSpPr>
        <p:spPr>
          <a:xfrm>
            <a:off x="7375763" y="2608793"/>
            <a:ext cx="4247672" cy="2333531"/>
          </a:xfrm>
          <a:custGeom>
            <a:avLst/>
            <a:gdLst>
              <a:gd name="connsiteX0" fmla="*/ 0 w 3185754"/>
              <a:gd name="connsiteY0" fmla="*/ 0 h 1750148"/>
              <a:gd name="connsiteX1" fmla="*/ 3185754 w 3185754"/>
              <a:gd name="connsiteY1" fmla="*/ 0 h 1750148"/>
              <a:gd name="connsiteX2" fmla="*/ 3185754 w 3185754"/>
              <a:gd name="connsiteY2" fmla="*/ 1720851 h 1750148"/>
              <a:gd name="connsiteX3" fmla="*/ 3156457 w 3185754"/>
              <a:gd name="connsiteY3" fmla="*/ 1750148 h 1750148"/>
              <a:gd name="connsiteX4" fmla="*/ 29297 w 3185754"/>
              <a:gd name="connsiteY4" fmla="*/ 1750148 h 1750148"/>
              <a:gd name="connsiteX5" fmla="*/ 0 w 3185754"/>
              <a:gd name="connsiteY5" fmla="*/ 1720851 h 1750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85754" h="1750148">
                <a:moveTo>
                  <a:pt x="0" y="0"/>
                </a:moveTo>
                <a:lnTo>
                  <a:pt x="3185754" y="0"/>
                </a:lnTo>
                <a:lnTo>
                  <a:pt x="3185754" y="1720851"/>
                </a:lnTo>
                <a:cubicBezTo>
                  <a:pt x="3185754" y="1737031"/>
                  <a:pt x="3172637" y="1750148"/>
                  <a:pt x="3156457" y="1750148"/>
                </a:cubicBezTo>
                <a:lnTo>
                  <a:pt x="29297" y="1750148"/>
                </a:lnTo>
                <a:cubicBezTo>
                  <a:pt x="13117" y="1750148"/>
                  <a:pt x="0" y="1737031"/>
                  <a:pt x="0" y="172085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lIns="0" tIns="0" rIns="0" bIns="182880" anchor="b">
            <a:noAutofit/>
          </a:bodyPr>
          <a:lstStyle>
            <a:lvl1pPr algn="ctr" rtl="0">
              <a:buNone/>
              <a:defRPr sz="1867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83" name="Picture Placeholder 82"/>
          <p:cNvSpPr>
            <a:spLocks noGrp="1"/>
          </p:cNvSpPr>
          <p:nvPr>
            <p:ph type="pic" sz="quarter" idx="12" hasCustomPrompt="1"/>
          </p:nvPr>
        </p:nvSpPr>
        <p:spPr>
          <a:xfrm>
            <a:off x="3488061" y="2297619"/>
            <a:ext cx="5203408" cy="2858581"/>
          </a:xfrm>
          <a:custGeom>
            <a:avLst/>
            <a:gdLst>
              <a:gd name="connsiteX0" fmla="*/ 0 w 3902556"/>
              <a:gd name="connsiteY0" fmla="*/ 0 h 2143936"/>
              <a:gd name="connsiteX1" fmla="*/ 3902556 w 3902556"/>
              <a:gd name="connsiteY1" fmla="*/ 0 h 2143936"/>
              <a:gd name="connsiteX2" fmla="*/ 3902556 w 3902556"/>
              <a:gd name="connsiteY2" fmla="*/ 2108047 h 2143936"/>
              <a:gd name="connsiteX3" fmla="*/ 3866667 w 3902556"/>
              <a:gd name="connsiteY3" fmla="*/ 2143936 h 2143936"/>
              <a:gd name="connsiteX4" fmla="*/ 35889 w 3902556"/>
              <a:gd name="connsiteY4" fmla="*/ 2143936 h 2143936"/>
              <a:gd name="connsiteX5" fmla="*/ 0 w 3902556"/>
              <a:gd name="connsiteY5" fmla="*/ 2108047 h 21439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02556" h="2143936">
                <a:moveTo>
                  <a:pt x="0" y="0"/>
                </a:moveTo>
                <a:lnTo>
                  <a:pt x="3902556" y="0"/>
                </a:lnTo>
                <a:lnTo>
                  <a:pt x="3902556" y="2108047"/>
                </a:lnTo>
                <a:cubicBezTo>
                  <a:pt x="3902556" y="2127868"/>
                  <a:pt x="3886488" y="2143936"/>
                  <a:pt x="3866667" y="2143936"/>
                </a:cubicBezTo>
                <a:lnTo>
                  <a:pt x="35889" y="2143936"/>
                </a:lnTo>
                <a:cubicBezTo>
                  <a:pt x="16068" y="2143936"/>
                  <a:pt x="0" y="2127868"/>
                  <a:pt x="0" y="210804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182880" anchor="b">
            <a:noAutofit/>
          </a:bodyPr>
          <a:lstStyle>
            <a:lvl1pPr algn="ctr" rtl="0">
              <a:buNone/>
              <a:defRPr sz="1867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272418246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08001" y="1178427"/>
            <a:ext cx="11157817" cy="231007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600" b="0" baseline="0">
                <a:solidFill>
                  <a:schemeClr val="bg1">
                    <a:lumMod val="65000"/>
                  </a:schemeClr>
                </a:solidFill>
                <a:latin typeface="+mn-lt"/>
                <a:ea typeface="Roboto" panose="02000000000000000000" pitchFamily="2" charset="0"/>
              </a:defRPr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EDITE SUBTITLE</a:t>
            </a:r>
          </a:p>
        </p:txBody>
      </p:sp>
      <p:sp>
        <p:nvSpPr>
          <p:cNvPr id="4" name="Title 2"/>
          <p:cNvSpPr>
            <a:spLocks noGrp="1"/>
          </p:cNvSpPr>
          <p:nvPr>
            <p:ph type="title"/>
          </p:nvPr>
        </p:nvSpPr>
        <p:spPr>
          <a:xfrm>
            <a:off x="508001" y="455085"/>
            <a:ext cx="11157817" cy="660511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4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5041666" y="2405892"/>
            <a:ext cx="2110364" cy="3465933"/>
          </a:xfrm>
          <a:custGeom>
            <a:avLst/>
            <a:gdLst>
              <a:gd name="connsiteX0" fmla="*/ 1582773 w 1582773"/>
              <a:gd name="connsiteY0" fmla="*/ 0 h 2599450"/>
              <a:gd name="connsiteX1" fmla="*/ 1582773 w 1582773"/>
              <a:gd name="connsiteY1" fmla="*/ 2599450 h 2599450"/>
              <a:gd name="connsiteX2" fmla="*/ 0 w 1582773"/>
              <a:gd name="connsiteY2" fmla="*/ 2599450 h 2599450"/>
              <a:gd name="connsiteX3" fmla="*/ 0 w 1582773"/>
              <a:gd name="connsiteY3" fmla="*/ 2538 h 2599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2773" h="2599450">
                <a:moveTo>
                  <a:pt x="1582773" y="0"/>
                </a:moveTo>
                <a:lnTo>
                  <a:pt x="1582773" y="2599450"/>
                </a:lnTo>
                <a:lnTo>
                  <a:pt x="0" y="2599450"/>
                </a:lnTo>
                <a:lnTo>
                  <a:pt x="0" y="253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lIns="0" tIns="0" rIns="0" bIns="182880" anchor="b">
            <a:noAutofit/>
          </a:bodyPr>
          <a:lstStyle>
            <a:lvl1pPr algn="ctr" rtl="0">
              <a:buNone/>
              <a:defRPr sz="1867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301567653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08001" y="1178427"/>
            <a:ext cx="11157817" cy="231007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600" b="0" baseline="0">
                <a:solidFill>
                  <a:schemeClr val="bg1">
                    <a:lumMod val="65000"/>
                  </a:schemeClr>
                </a:solidFill>
                <a:latin typeface="+mn-lt"/>
                <a:ea typeface="Roboto" panose="02000000000000000000" pitchFamily="2" charset="0"/>
              </a:defRPr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EDITE SUBTITLE</a:t>
            </a:r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508001" y="455085"/>
            <a:ext cx="11157817" cy="660511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4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9" name="Picture Placeholder 38"/>
          <p:cNvSpPr>
            <a:spLocks noGrp="1"/>
          </p:cNvSpPr>
          <p:nvPr>
            <p:ph type="pic" sz="quarter" idx="12" hasCustomPrompt="1"/>
          </p:nvPr>
        </p:nvSpPr>
        <p:spPr>
          <a:xfrm>
            <a:off x="3767198" y="2456077"/>
            <a:ext cx="2055732" cy="3376211"/>
          </a:xfrm>
          <a:custGeom>
            <a:avLst/>
            <a:gdLst>
              <a:gd name="connsiteX0" fmla="*/ 1541799 w 1541799"/>
              <a:gd name="connsiteY0" fmla="*/ 0 h 2532158"/>
              <a:gd name="connsiteX1" fmla="*/ 1541799 w 1541799"/>
              <a:gd name="connsiteY1" fmla="*/ 2532158 h 2532158"/>
              <a:gd name="connsiteX2" fmla="*/ 0 w 1541799"/>
              <a:gd name="connsiteY2" fmla="*/ 2532158 h 2532158"/>
              <a:gd name="connsiteX3" fmla="*/ 0 w 1541799"/>
              <a:gd name="connsiteY3" fmla="*/ 2473 h 2532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1799" h="2532158">
                <a:moveTo>
                  <a:pt x="1541799" y="0"/>
                </a:moveTo>
                <a:lnTo>
                  <a:pt x="1541799" y="2532158"/>
                </a:lnTo>
                <a:lnTo>
                  <a:pt x="0" y="2532158"/>
                </a:lnTo>
                <a:lnTo>
                  <a:pt x="0" y="247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lIns="0" tIns="0" rIns="0" bIns="182880" anchor="b">
            <a:noAutofit/>
          </a:bodyPr>
          <a:lstStyle>
            <a:lvl1pPr algn="ctr" rtl="0">
              <a:buNone/>
              <a:defRPr sz="1867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40" name="Picture Placeholder 39"/>
          <p:cNvSpPr>
            <a:spLocks noGrp="1"/>
          </p:cNvSpPr>
          <p:nvPr>
            <p:ph type="pic" sz="quarter" idx="13" hasCustomPrompt="1"/>
          </p:nvPr>
        </p:nvSpPr>
        <p:spPr>
          <a:xfrm>
            <a:off x="6370721" y="2456077"/>
            <a:ext cx="2055732" cy="3376211"/>
          </a:xfrm>
          <a:custGeom>
            <a:avLst/>
            <a:gdLst>
              <a:gd name="connsiteX0" fmla="*/ 1541799 w 1541799"/>
              <a:gd name="connsiteY0" fmla="*/ 0 h 2532158"/>
              <a:gd name="connsiteX1" fmla="*/ 1541799 w 1541799"/>
              <a:gd name="connsiteY1" fmla="*/ 2532158 h 2532158"/>
              <a:gd name="connsiteX2" fmla="*/ 0 w 1541799"/>
              <a:gd name="connsiteY2" fmla="*/ 2532158 h 2532158"/>
              <a:gd name="connsiteX3" fmla="*/ 0 w 1541799"/>
              <a:gd name="connsiteY3" fmla="*/ 2473 h 2532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1799" h="2532158">
                <a:moveTo>
                  <a:pt x="1541799" y="0"/>
                </a:moveTo>
                <a:lnTo>
                  <a:pt x="1541799" y="2532158"/>
                </a:lnTo>
                <a:lnTo>
                  <a:pt x="0" y="2532158"/>
                </a:lnTo>
                <a:lnTo>
                  <a:pt x="0" y="247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lIns="0" tIns="0" rIns="0" bIns="182880" anchor="b">
            <a:noAutofit/>
          </a:bodyPr>
          <a:lstStyle>
            <a:lvl1pPr algn="ctr" rtl="0">
              <a:buNone/>
              <a:defRPr sz="1867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6675676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3844704" y="1758482"/>
            <a:ext cx="3876896" cy="21632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bIns="457200" anchor="b"/>
          <a:lstStyle>
            <a:lvl1pPr algn="ctr">
              <a:buNone/>
              <a:defRPr sz="1467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44" name="Picture Placeholder 7"/>
          <p:cNvSpPr>
            <a:spLocks noGrp="1"/>
          </p:cNvSpPr>
          <p:nvPr>
            <p:ph type="pic" sz="quarter" idx="11" hasCustomPrompt="1"/>
          </p:nvPr>
        </p:nvSpPr>
        <p:spPr>
          <a:xfrm>
            <a:off x="6464336" y="3087267"/>
            <a:ext cx="2395184" cy="14720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bIns="457200" anchor="b"/>
          <a:lstStyle>
            <a:lvl1pPr algn="ctr">
              <a:buNone/>
              <a:defRPr sz="1467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47" name="Picture Placeholder 7"/>
          <p:cNvSpPr>
            <a:spLocks noGrp="1"/>
          </p:cNvSpPr>
          <p:nvPr>
            <p:ph type="pic" sz="quarter" idx="12" hasCustomPrompt="1"/>
          </p:nvPr>
        </p:nvSpPr>
        <p:spPr>
          <a:xfrm>
            <a:off x="2957557" y="2766150"/>
            <a:ext cx="1411244" cy="18757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bIns="457200" anchor="b"/>
          <a:lstStyle>
            <a:lvl1pPr algn="ctr">
              <a:buNone/>
              <a:defRPr sz="1467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4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4060963" y="3599267"/>
            <a:ext cx="666613" cy="9981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bIns="457200" anchor="t"/>
          <a:lstStyle>
            <a:lvl1pPr algn="ctr">
              <a:buNone/>
              <a:defRPr sz="133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08001" y="1178427"/>
            <a:ext cx="11157817" cy="231007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600" b="0" baseline="0">
                <a:solidFill>
                  <a:schemeClr val="bg1">
                    <a:lumMod val="65000"/>
                  </a:schemeClr>
                </a:solidFill>
                <a:latin typeface="+mn-lt"/>
                <a:ea typeface="Roboto" panose="02000000000000000000" pitchFamily="2" charset="0"/>
              </a:defRPr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EDITE SUBTITLE</a:t>
            </a:r>
          </a:p>
        </p:txBody>
      </p:sp>
      <p:sp>
        <p:nvSpPr>
          <p:cNvPr id="10" name="Title 2"/>
          <p:cNvSpPr>
            <a:spLocks noGrp="1"/>
          </p:cNvSpPr>
          <p:nvPr>
            <p:ph type="title"/>
          </p:nvPr>
        </p:nvSpPr>
        <p:spPr>
          <a:xfrm>
            <a:off x="508001" y="455085"/>
            <a:ext cx="11157817" cy="660511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4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3245782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08001" y="1178427"/>
            <a:ext cx="11157817" cy="231007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600" b="0" baseline="0">
                <a:solidFill>
                  <a:schemeClr val="bg1"/>
                </a:solidFill>
                <a:latin typeface="+mn-lt"/>
                <a:ea typeface="Roboto" panose="02000000000000000000" pitchFamily="2" charset="0"/>
              </a:defRPr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EDITE SUBTITLE</a:t>
            </a:r>
          </a:p>
        </p:txBody>
      </p:sp>
      <p:sp>
        <p:nvSpPr>
          <p:cNvPr id="9" name="Title 2"/>
          <p:cNvSpPr>
            <a:spLocks noGrp="1"/>
          </p:cNvSpPr>
          <p:nvPr>
            <p:ph type="title"/>
          </p:nvPr>
        </p:nvSpPr>
        <p:spPr>
          <a:xfrm>
            <a:off x="508001" y="455085"/>
            <a:ext cx="11157817" cy="660511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1" name="Picture Placeholder 30"/>
          <p:cNvSpPr>
            <a:spLocks noGrp="1"/>
          </p:cNvSpPr>
          <p:nvPr>
            <p:ph type="pic" sz="quarter" idx="13" hasCustomPrompt="1"/>
          </p:nvPr>
        </p:nvSpPr>
        <p:spPr>
          <a:xfrm>
            <a:off x="1611368" y="2132165"/>
            <a:ext cx="2598981" cy="1603348"/>
          </a:xfrm>
          <a:custGeom>
            <a:avLst/>
            <a:gdLst>
              <a:gd name="connsiteX0" fmla="*/ 0 w 1949236"/>
              <a:gd name="connsiteY0" fmla="*/ 0 h 1202511"/>
              <a:gd name="connsiteX1" fmla="*/ 1949236 w 1949236"/>
              <a:gd name="connsiteY1" fmla="*/ 0 h 1202511"/>
              <a:gd name="connsiteX2" fmla="*/ 1949236 w 1949236"/>
              <a:gd name="connsiteY2" fmla="*/ 1202511 h 1202511"/>
              <a:gd name="connsiteX3" fmla="*/ 0 w 1949236"/>
              <a:gd name="connsiteY3" fmla="*/ 1202511 h 1202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9236" h="1202511">
                <a:moveTo>
                  <a:pt x="0" y="0"/>
                </a:moveTo>
                <a:lnTo>
                  <a:pt x="1949236" y="0"/>
                </a:lnTo>
                <a:lnTo>
                  <a:pt x="1949236" y="1202511"/>
                </a:lnTo>
                <a:lnTo>
                  <a:pt x="0" y="120251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lIns="0" tIns="0" rIns="0" bIns="182880" anchor="b">
            <a:noAutofit/>
          </a:bodyPr>
          <a:lstStyle>
            <a:lvl1pPr algn="ctr" rtl="0">
              <a:buNone/>
              <a:defRPr sz="1867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30" name="Picture Placeholder 29"/>
          <p:cNvSpPr>
            <a:spLocks noGrp="1"/>
          </p:cNvSpPr>
          <p:nvPr>
            <p:ph type="pic" sz="quarter" idx="14" hasCustomPrompt="1"/>
          </p:nvPr>
        </p:nvSpPr>
        <p:spPr>
          <a:xfrm>
            <a:off x="7936319" y="2132165"/>
            <a:ext cx="2598981" cy="1603348"/>
          </a:xfrm>
          <a:custGeom>
            <a:avLst/>
            <a:gdLst>
              <a:gd name="connsiteX0" fmla="*/ 0 w 1949236"/>
              <a:gd name="connsiteY0" fmla="*/ 0 h 1202511"/>
              <a:gd name="connsiteX1" fmla="*/ 1949236 w 1949236"/>
              <a:gd name="connsiteY1" fmla="*/ 0 h 1202511"/>
              <a:gd name="connsiteX2" fmla="*/ 1949236 w 1949236"/>
              <a:gd name="connsiteY2" fmla="*/ 1202511 h 1202511"/>
              <a:gd name="connsiteX3" fmla="*/ 0 w 1949236"/>
              <a:gd name="connsiteY3" fmla="*/ 1202511 h 1202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9236" h="1202511">
                <a:moveTo>
                  <a:pt x="0" y="0"/>
                </a:moveTo>
                <a:lnTo>
                  <a:pt x="1949236" y="0"/>
                </a:lnTo>
                <a:lnTo>
                  <a:pt x="1949236" y="1202511"/>
                </a:lnTo>
                <a:lnTo>
                  <a:pt x="0" y="120251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lIns="0" tIns="0" rIns="0" bIns="182880" anchor="b">
            <a:noAutofit/>
          </a:bodyPr>
          <a:lstStyle>
            <a:lvl1pPr algn="ctr" rtl="0">
              <a:buNone/>
              <a:defRPr sz="1867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33" name="Picture Placeholder 32"/>
          <p:cNvSpPr>
            <a:spLocks noGrp="1"/>
          </p:cNvSpPr>
          <p:nvPr>
            <p:ph type="pic" sz="quarter" idx="12" hasCustomPrompt="1"/>
          </p:nvPr>
        </p:nvSpPr>
        <p:spPr>
          <a:xfrm>
            <a:off x="4167217" y="1735243"/>
            <a:ext cx="3876855" cy="2391687"/>
          </a:xfrm>
          <a:custGeom>
            <a:avLst/>
            <a:gdLst>
              <a:gd name="connsiteX0" fmla="*/ 0 w 2907641"/>
              <a:gd name="connsiteY0" fmla="*/ 0 h 1793765"/>
              <a:gd name="connsiteX1" fmla="*/ 2907641 w 2907641"/>
              <a:gd name="connsiteY1" fmla="*/ 0 h 1793765"/>
              <a:gd name="connsiteX2" fmla="*/ 2907641 w 2907641"/>
              <a:gd name="connsiteY2" fmla="*/ 1793765 h 1793765"/>
              <a:gd name="connsiteX3" fmla="*/ 0 w 2907641"/>
              <a:gd name="connsiteY3" fmla="*/ 1793765 h 1793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07641" h="1793765">
                <a:moveTo>
                  <a:pt x="0" y="0"/>
                </a:moveTo>
                <a:lnTo>
                  <a:pt x="2907641" y="0"/>
                </a:lnTo>
                <a:lnTo>
                  <a:pt x="2907641" y="1793765"/>
                </a:lnTo>
                <a:lnTo>
                  <a:pt x="0" y="179376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lIns="0" tIns="0" rIns="0" bIns="182880" anchor="b">
            <a:noAutofit/>
          </a:bodyPr>
          <a:lstStyle>
            <a:lvl1pPr algn="ctr" rtl="0">
              <a:buNone/>
              <a:defRPr sz="1867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194600114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1701800"/>
            <a:ext cx="12192000" cy="29464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lIns="0" tIns="91440" rIns="0" bIns="548640" anchor="b"/>
          <a:lstStyle>
            <a:lvl1pPr algn="ctr" rtl="0">
              <a:buNone/>
              <a:defRPr sz="1867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08001" y="1178427"/>
            <a:ext cx="11157817" cy="231007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600" b="0" baseline="0">
                <a:solidFill>
                  <a:schemeClr val="bg1">
                    <a:lumMod val="65000"/>
                  </a:schemeClr>
                </a:solidFill>
                <a:latin typeface="+mn-lt"/>
                <a:ea typeface="Roboto" panose="02000000000000000000" pitchFamily="2" charset="0"/>
              </a:defRPr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EDITE SUBTITLE</a:t>
            </a:r>
          </a:p>
        </p:txBody>
      </p:sp>
      <p:sp>
        <p:nvSpPr>
          <p:cNvPr id="10" name="Title 2"/>
          <p:cNvSpPr>
            <a:spLocks noGrp="1"/>
          </p:cNvSpPr>
          <p:nvPr>
            <p:ph type="title"/>
          </p:nvPr>
        </p:nvSpPr>
        <p:spPr>
          <a:xfrm>
            <a:off x="508001" y="455085"/>
            <a:ext cx="11157817" cy="660511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4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9421336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508000" y="1866900"/>
            <a:ext cx="4572000" cy="45212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lIns="0" tIns="91440" rIns="0" bIns="548640" anchor="b"/>
          <a:lstStyle>
            <a:lvl1pPr algn="ctr" rtl="0">
              <a:buNone/>
              <a:defRPr sz="1467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08001" y="1178427"/>
            <a:ext cx="11157817" cy="231007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600" b="0" baseline="0">
                <a:solidFill>
                  <a:schemeClr val="bg1">
                    <a:lumMod val="65000"/>
                  </a:schemeClr>
                </a:solidFill>
                <a:latin typeface="+mn-lt"/>
                <a:ea typeface="Roboto" panose="02000000000000000000" pitchFamily="2" charset="0"/>
              </a:defRPr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EDITE SUBTITLE</a:t>
            </a:r>
          </a:p>
        </p:txBody>
      </p:sp>
      <p:sp>
        <p:nvSpPr>
          <p:cNvPr id="10" name="Title 2"/>
          <p:cNvSpPr>
            <a:spLocks noGrp="1"/>
          </p:cNvSpPr>
          <p:nvPr>
            <p:ph type="title"/>
          </p:nvPr>
        </p:nvSpPr>
        <p:spPr>
          <a:xfrm>
            <a:off x="508001" y="455085"/>
            <a:ext cx="11157817" cy="660511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4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113788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7086331" y="1866900"/>
            <a:ext cx="4572000" cy="45212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lIns="0" tIns="91440" rIns="0" bIns="548640" anchor="b"/>
          <a:lstStyle>
            <a:lvl1pPr algn="ctr" rtl="0">
              <a:buNone/>
              <a:defRPr sz="1467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08001" y="1178427"/>
            <a:ext cx="11157817" cy="231007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600" b="0" baseline="0">
                <a:solidFill>
                  <a:schemeClr val="bg1">
                    <a:lumMod val="65000"/>
                  </a:schemeClr>
                </a:solidFill>
                <a:latin typeface="+mn-lt"/>
                <a:ea typeface="Roboto" panose="02000000000000000000" pitchFamily="2" charset="0"/>
              </a:defRPr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EDITE SUBTITLE</a:t>
            </a:r>
          </a:p>
        </p:txBody>
      </p:sp>
      <p:sp>
        <p:nvSpPr>
          <p:cNvPr id="10" name="Title 2"/>
          <p:cNvSpPr>
            <a:spLocks noGrp="1"/>
          </p:cNvSpPr>
          <p:nvPr>
            <p:ph type="title"/>
          </p:nvPr>
        </p:nvSpPr>
        <p:spPr>
          <a:xfrm>
            <a:off x="508001" y="455085"/>
            <a:ext cx="11157817" cy="660511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4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228788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46482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lIns="0" tIns="91440" rIns="0" bIns="548640" anchor="b"/>
          <a:lstStyle>
            <a:lvl1pPr algn="ctr" rtl="0">
              <a:buNone/>
              <a:defRPr sz="1867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62701593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1701800"/>
            <a:ext cx="4064000" cy="29464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lIns="0" tIns="91440" rIns="0" bIns="548640" anchor="b"/>
          <a:lstStyle>
            <a:lvl1pPr algn="ctr" rtl="0">
              <a:buNone/>
              <a:defRPr sz="1467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08001" y="1178427"/>
            <a:ext cx="11157817" cy="231007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600" b="0" baseline="0">
                <a:solidFill>
                  <a:schemeClr val="bg1">
                    <a:lumMod val="65000"/>
                  </a:schemeClr>
                </a:solidFill>
                <a:latin typeface="+mn-lt"/>
                <a:ea typeface="Roboto" panose="02000000000000000000" pitchFamily="2" charset="0"/>
              </a:defRPr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EDITE SUBTITLE</a:t>
            </a:r>
          </a:p>
        </p:txBody>
      </p:sp>
      <p:sp>
        <p:nvSpPr>
          <p:cNvPr id="10" name="Title 2"/>
          <p:cNvSpPr>
            <a:spLocks noGrp="1"/>
          </p:cNvSpPr>
          <p:nvPr>
            <p:ph type="title"/>
          </p:nvPr>
        </p:nvSpPr>
        <p:spPr>
          <a:xfrm>
            <a:off x="508001" y="455085"/>
            <a:ext cx="11157817" cy="660511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4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1" hasCustomPrompt="1"/>
          </p:nvPr>
        </p:nvSpPr>
        <p:spPr>
          <a:xfrm>
            <a:off x="8128000" y="1701800"/>
            <a:ext cx="4064000" cy="29464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lIns="0" tIns="91440" rIns="0" bIns="548640" anchor="b"/>
          <a:lstStyle>
            <a:lvl1pPr algn="ctr" rtl="0">
              <a:buNone/>
              <a:defRPr sz="1467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7" name="Picture Placeholder 7"/>
          <p:cNvSpPr>
            <a:spLocks noGrp="1"/>
          </p:cNvSpPr>
          <p:nvPr>
            <p:ph type="pic" sz="quarter" idx="12" hasCustomPrompt="1"/>
          </p:nvPr>
        </p:nvSpPr>
        <p:spPr>
          <a:xfrm>
            <a:off x="4054907" y="1701800"/>
            <a:ext cx="4073092" cy="29464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lIns="0" tIns="91440" rIns="0" bIns="548640" anchor="b"/>
          <a:lstStyle>
            <a:lvl1pPr algn="ctr" rtl="0">
              <a:buNone/>
              <a:defRPr sz="1467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28809654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35306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lIns="0" tIns="91440" rIns="0" bIns="640080" anchor="b"/>
          <a:lstStyle>
            <a:lvl1pPr algn="ctr" rtl="0">
              <a:buNone/>
              <a:defRPr sz="1867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3355698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0132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</p:sldLayoutIdLst>
  <p:hf hd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16"/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0" t="4900" r="4900" b="4900"/>
          <a:stretch/>
        </p:blipFill>
        <p:spPr/>
      </p:pic>
      <p:sp>
        <p:nvSpPr>
          <p:cNvPr id="9" name="Rectangle 8"/>
          <p:cNvSpPr/>
          <p:nvPr/>
        </p:nvSpPr>
        <p:spPr bwMode="auto">
          <a:xfrm>
            <a:off x="0" y="3175"/>
            <a:ext cx="12192000" cy="6851651"/>
          </a:xfrm>
          <a:prstGeom prst="rect">
            <a:avLst/>
          </a:prstGeom>
          <a:solidFill>
            <a:schemeClr val="accent1">
              <a:alpha val="7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 defTabSz="1219170"/>
            <a:endParaRPr lang="en-US" sz="2400" noProof="0">
              <a:solidFill>
                <a:srgbClr val="262626"/>
              </a:solidFill>
              <a:latin typeface="Roboto"/>
            </a:endParaRPr>
          </a:p>
        </p:txBody>
      </p:sp>
      <p:sp>
        <p:nvSpPr>
          <p:cNvPr id="20" name="Footer Text"/>
          <p:cNvSpPr txBox="1"/>
          <p:nvPr/>
        </p:nvSpPr>
        <p:spPr>
          <a:xfrm>
            <a:off x="762000" y="2553653"/>
            <a:ext cx="10668000" cy="13542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1219170"/>
            <a:r>
              <a:rPr lang="en-US" sz="4400" b="1" spc="800" noProof="0" dirty="0">
                <a:solidFill>
                  <a:srgbClr val="FFFFFF"/>
                </a:soli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  <a:latin typeface="Roboto Slab"/>
                <a:ea typeface="Roboto Light" panose="02000000000000000000" pitchFamily="2" charset="0"/>
                <a:cs typeface="Verdana" panose="020B0604030504040204" pitchFamily="34" charset="0"/>
              </a:rPr>
              <a:t>DIGITAL MARKETING ANALYSIS</a:t>
            </a:r>
          </a:p>
        </p:txBody>
      </p:sp>
      <p:sp>
        <p:nvSpPr>
          <p:cNvPr id="21" name="Footer Text"/>
          <p:cNvSpPr txBox="1"/>
          <p:nvPr/>
        </p:nvSpPr>
        <p:spPr>
          <a:xfrm>
            <a:off x="762000" y="3976054"/>
            <a:ext cx="10668000" cy="27285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1219170"/>
            <a:r>
              <a:rPr lang="en-US" sz="2800" b="1" spc="400" noProof="0" dirty="0">
                <a:solidFill>
                  <a:srgbClr val="FFFFFF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DEPLOYMENT PLAN</a:t>
            </a:r>
          </a:p>
          <a:p>
            <a:pPr algn="ctr" defTabSz="1219170"/>
            <a:endParaRPr lang="en-US" sz="2133" spc="400" noProof="0" dirty="0">
              <a:solidFill>
                <a:srgbClr val="FFFFFF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algn="ctr" defTabSz="1219170"/>
            <a:endParaRPr lang="en-US" sz="2133" spc="400" noProof="0" dirty="0">
              <a:solidFill>
                <a:srgbClr val="FFFFFF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algn="ctr" defTabSz="1219170"/>
            <a:endParaRPr lang="en-US" sz="2133" spc="400" noProof="0" dirty="0">
              <a:solidFill>
                <a:srgbClr val="FFFFFF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algn="ctr" defTabSz="1219170"/>
            <a:endParaRPr lang="en-US" sz="2133" spc="400" noProof="0" dirty="0">
              <a:solidFill>
                <a:srgbClr val="FFFFFF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algn="ctr" defTabSz="1219170"/>
            <a:r>
              <a:rPr lang="en-US" sz="2133" spc="400" noProof="0" dirty="0">
                <a:solidFill>
                  <a:srgbClr val="FFFFFF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TEAM:</a:t>
            </a:r>
          </a:p>
          <a:p>
            <a:pPr algn="ctr" defTabSz="1219170"/>
            <a:r>
              <a:rPr lang="en-US" sz="2133" spc="400" noProof="0" dirty="0">
                <a:solidFill>
                  <a:srgbClr val="FFFFFF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CINTIA VÁRHEGYI</a:t>
            </a:r>
          </a:p>
          <a:p>
            <a:pPr algn="ctr" defTabSz="1219170"/>
            <a:r>
              <a:rPr lang="en-US" sz="2133" spc="400" noProof="0" dirty="0">
                <a:solidFill>
                  <a:srgbClr val="FFFFFF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PÉTER VÁNDOR</a:t>
            </a:r>
          </a:p>
        </p:txBody>
      </p:sp>
    </p:spTree>
    <p:extLst>
      <p:ext uri="{BB962C8B-B14F-4D97-AF65-F5344CB8AC3E}">
        <p14:creationId xmlns:p14="http://schemas.microsoft.com/office/powerpoint/2010/main" val="3239945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/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>
            <a:fillRect/>
          </a:stretch>
        </p:blipFill>
        <p:spPr/>
      </p:pic>
      <p:sp>
        <p:nvSpPr>
          <p:cNvPr id="3" name="Rectangle 2"/>
          <p:cNvSpPr/>
          <p:nvPr/>
        </p:nvSpPr>
        <p:spPr bwMode="auto">
          <a:xfrm>
            <a:off x="6096000" y="0"/>
            <a:ext cx="6096000" cy="6858000"/>
          </a:xfrm>
          <a:prstGeom prst="rect">
            <a:avLst/>
          </a:prstGeom>
          <a:solidFill>
            <a:schemeClr val="accent1">
              <a:alpha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 noProof="0"/>
          </a:p>
        </p:txBody>
      </p:sp>
      <p:sp>
        <p:nvSpPr>
          <p:cNvPr id="14" name="Footer Text"/>
          <p:cNvSpPr txBox="1"/>
          <p:nvPr/>
        </p:nvSpPr>
        <p:spPr>
          <a:xfrm>
            <a:off x="6938435" y="735225"/>
            <a:ext cx="4546599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3200" noProof="0">
                <a:solidFill>
                  <a:schemeClr val="bg1"/>
                </a:solidFill>
                <a:latin typeface="+mj-lt"/>
              </a:rPr>
              <a:t>OUR AGENDA</a:t>
            </a:r>
          </a:p>
        </p:txBody>
      </p:sp>
      <p:sp>
        <p:nvSpPr>
          <p:cNvPr id="21" name="Rectangle 20"/>
          <p:cNvSpPr/>
          <p:nvPr/>
        </p:nvSpPr>
        <p:spPr bwMode="auto">
          <a:xfrm flipV="1">
            <a:off x="8315167" y="1462024"/>
            <a:ext cx="1631725" cy="36576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 noProof="0">
              <a:solidFill>
                <a:schemeClr val="bg1"/>
              </a:solidFill>
            </a:endParaRPr>
          </a:p>
        </p:txBody>
      </p:sp>
      <p:sp>
        <p:nvSpPr>
          <p:cNvPr id="25" name="Rectangle 24"/>
          <p:cNvSpPr/>
          <p:nvPr/>
        </p:nvSpPr>
        <p:spPr bwMode="auto">
          <a:xfrm>
            <a:off x="7620001" y="1901755"/>
            <a:ext cx="3865033" cy="646712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sz="1400" noProof="0">
                <a:solidFill>
                  <a:schemeClr val="accent1"/>
                </a:solidFill>
                <a:latin typeface="+mj-lt"/>
              </a:rPr>
              <a:t>PROJECT PURPOSE AND SCOPE</a:t>
            </a:r>
          </a:p>
        </p:txBody>
      </p:sp>
      <p:sp>
        <p:nvSpPr>
          <p:cNvPr id="26" name="Rectangle 25"/>
          <p:cNvSpPr/>
          <p:nvPr/>
        </p:nvSpPr>
        <p:spPr bwMode="auto">
          <a:xfrm>
            <a:off x="6938435" y="1901755"/>
            <a:ext cx="642620" cy="646712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133" b="1" noProof="0">
                <a:solidFill>
                  <a:schemeClr val="accent1"/>
                </a:solidFill>
              </a:rPr>
              <a:t>01</a:t>
            </a:r>
          </a:p>
        </p:txBody>
      </p:sp>
      <p:sp>
        <p:nvSpPr>
          <p:cNvPr id="27" name="Rectangle 26"/>
          <p:cNvSpPr/>
          <p:nvPr/>
        </p:nvSpPr>
        <p:spPr bwMode="auto">
          <a:xfrm>
            <a:off x="7620001" y="2841555"/>
            <a:ext cx="3865033" cy="646712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sz="1400" noProof="0">
                <a:solidFill>
                  <a:schemeClr val="accent1"/>
                </a:solidFill>
                <a:latin typeface="+mj-lt"/>
              </a:rPr>
              <a:t>COMPLIANCE REQUIREMENTS</a:t>
            </a:r>
          </a:p>
        </p:txBody>
      </p:sp>
      <p:sp>
        <p:nvSpPr>
          <p:cNvPr id="28" name="Rectangle 27"/>
          <p:cNvSpPr/>
          <p:nvPr/>
        </p:nvSpPr>
        <p:spPr bwMode="auto">
          <a:xfrm>
            <a:off x="6938435" y="2841555"/>
            <a:ext cx="642620" cy="646712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133" b="1" noProof="0">
                <a:solidFill>
                  <a:schemeClr val="accent1"/>
                </a:solidFill>
              </a:rPr>
              <a:t>02</a:t>
            </a:r>
          </a:p>
        </p:txBody>
      </p:sp>
      <p:sp>
        <p:nvSpPr>
          <p:cNvPr id="29" name="Rectangle 28"/>
          <p:cNvSpPr/>
          <p:nvPr/>
        </p:nvSpPr>
        <p:spPr bwMode="auto">
          <a:xfrm>
            <a:off x="7620001" y="3781355"/>
            <a:ext cx="3865033" cy="646712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sz="1400" noProof="0">
                <a:solidFill>
                  <a:schemeClr val="accent1"/>
                </a:solidFill>
                <a:latin typeface="+mj-lt"/>
              </a:rPr>
              <a:t>DEPLOYMENT REQUIREMENTS</a:t>
            </a:r>
          </a:p>
        </p:txBody>
      </p:sp>
      <p:sp>
        <p:nvSpPr>
          <p:cNvPr id="30" name="Rectangle 29"/>
          <p:cNvSpPr/>
          <p:nvPr/>
        </p:nvSpPr>
        <p:spPr bwMode="auto">
          <a:xfrm>
            <a:off x="6938435" y="3781355"/>
            <a:ext cx="642620" cy="646712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133" b="1" noProof="0">
                <a:solidFill>
                  <a:schemeClr val="accent1"/>
                </a:solidFill>
              </a:rPr>
              <a:t>03</a:t>
            </a:r>
          </a:p>
        </p:txBody>
      </p:sp>
      <p:sp>
        <p:nvSpPr>
          <p:cNvPr id="31" name="Rectangle 30"/>
          <p:cNvSpPr/>
          <p:nvPr/>
        </p:nvSpPr>
        <p:spPr bwMode="auto">
          <a:xfrm>
            <a:off x="7620001" y="4721155"/>
            <a:ext cx="3865033" cy="646712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sz="1400" noProof="0">
                <a:solidFill>
                  <a:schemeClr val="accent1"/>
                </a:solidFill>
                <a:latin typeface="+mj-lt"/>
              </a:rPr>
              <a:t>DEPLOYMENT SCHEDULE PLAN</a:t>
            </a:r>
          </a:p>
        </p:txBody>
      </p:sp>
      <p:sp>
        <p:nvSpPr>
          <p:cNvPr id="32" name="Rectangle 31"/>
          <p:cNvSpPr/>
          <p:nvPr/>
        </p:nvSpPr>
        <p:spPr bwMode="auto">
          <a:xfrm>
            <a:off x="6938435" y="4721155"/>
            <a:ext cx="642620" cy="646712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133" b="1" noProof="0">
                <a:solidFill>
                  <a:schemeClr val="accent1"/>
                </a:solidFill>
              </a:rPr>
              <a:t>04</a:t>
            </a:r>
          </a:p>
        </p:txBody>
      </p:sp>
      <p:sp>
        <p:nvSpPr>
          <p:cNvPr id="33" name="Rectangle 32"/>
          <p:cNvSpPr/>
          <p:nvPr/>
        </p:nvSpPr>
        <p:spPr bwMode="auto">
          <a:xfrm>
            <a:off x="7620001" y="5660955"/>
            <a:ext cx="3865033" cy="646712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sz="1400" noProof="0">
                <a:solidFill>
                  <a:schemeClr val="accent1"/>
                </a:solidFill>
                <a:latin typeface="+mj-lt"/>
              </a:rPr>
              <a:t>APPLICATION SHOWCASE</a:t>
            </a:r>
          </a:p>
        </p:txBody>
      </p:sp>
      <p:sp>
        <p:nvSpPr>
          <p:cNvPr id="34" name="Rectangle 33"/>
          <p:cNvSpPr/>
          <p:nvPr/>
        </p:nvSpPr>
        <p:spPr bwMode="auto">
          <a:xfrm>
            <a:off x="6938435" y="5660955"/>
            <a:ext cx="642620" cy="646712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133" b="1" noProof="0">
                <a:solidFill>
                  <a:schemeClr val="accent1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6025805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20000" decel="8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accel="20000" decel="8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4" accel="20000" decel="8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2" accel="20000" decel="8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" presetClass="entr" presetSubtype="4" accel="20000" decel="8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accel="20000" decel="8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" presetClass="entr" presetSubtype="4" accel="20000" decel="8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2" accel="20000" decel="8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" presetClass="entr" presetSubtype="4" accel="20000" decel="8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accel="20000" decel="8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/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Rectangle 2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alpha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 defTabSz="1219170"/>
            <a:endParaRPr lang="en-US" sz="2400" noProof="0">
              <a:solidFill>
                <a:srgbClr val="262626"/>
              </a:solidFill>
              <a:latin typeface="Roboto"/>
            </a:endParaRPr>
          </a:p>
        </p:txBody>
      </p:sp>
      <p:sp>
        <p:nvSpPr>
          <p:cNvPr id="4" name="Footer Text"/>
          <p:cNvSpPr txBox="1"/>
          <p:nvPr/>
        </p:nvSpPr>
        <p:spPr>
          <a:xfrm>
            <a:off x="2451370" y="132043"/>
            <a:ext cx="7289259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 defTabSz="1219170"/>
            <a:r>
              <a:rPr lang="en-US" sz="3200" noProof="0">
                <a:solidFill>
                  <a:srgbClr val="FFFFFF"/>
                </a:solidFill>
                <a:latin typeface="Roboto Slab"/>
              </a:rPr>
              <a:t>PROJECT PURPOSE AND SCOPE</a:t>
            </a:r>
          </a:p>
        </p:txBody>
      </p:sp>
      <p:sp>
        <p:nvSpPr>
          <p:cNvPr id="5" name="Rectangle 4"/>
          <p:cNvSpPr/>
          <p:nvPr/>
        </p:nvSpPr>
        <p:spPr bwMode="auto">
          <a:xfrm flipV="1">
            <a:off x="5097837" y="877917"/>
            <a:ext cx="1996324" cy="60676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 defTabSz="1219170"/>
            <a:endParaRPr lang="en-US" sz="2400" noProof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6288D07F-7A13-0266-C4E9-FFD5AE23C2B6}"/>
              </a:ext>
            </a:extLst>
          </p:cNvPr>
          <p:cNvSpPr txBox="1"/>
          <p:nvPr/>
        </p:nvSpPr>
        <p:spPr>
          <a:xfrm>
            <a:off x="923545" y="2562196"/>
            <a:ext cx="26517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noProof="0">
                <a:solidFill>
                  <a:srgbClr val="FFFFFF"/>
                </a:solidFill>
                <a:latin typeface="Roboto"/>
              </a:rPr>
              <a:t>Suboptimal marketing spending leads to lower conversion rates</a:t>
            </a:r>
            <a:endParaRPr lang="hu-HU"/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D85AD8CD-2BCD-73A2-7192-FBB5D5063FF7}"/>
              </a:ext>
            </a:extLst>
          </p:cNvPr>
          <p:cNvSpPr txBox="1"/>
          <p:nvPr/>
        </p:nvSpPr>
        <p:spPr>
          <a:xfrm>
            <a:off x="1599828" y="2140450"/>
            <a:ext cx="1299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b="1">
                <a:solidFill>
                  <a:schemeClr val="bg1"/>
                </a:solidFill>
              </a:rPr>
              <a:t>PROBLEM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DBC20D6A-63FD-6FB3-1F98-9CA2E360F7F5}"/>
              </a:ext>
            </a:extLst>
          </p:cNvPr>
          <p:cNvSpPr txBox="1"/>
          <p:nvPr/>
        </p:nvSpPr>
        <p:spPr>
          <a:xfrm>
            <a:off x="8949676" y="4771774"/>
            <a:ext cx="2029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noProof="0">
                <a:solidFill>
                  <a:srgbClr val="FFFFFF"/>
                </a:solidFill>
                <a:latin typeface="Roboto"/>
              </a:rPr>
              <a:t>OUT</a:t>
            </a:r>
            <a:r>
              <a:rPr lang="en-US" sz="1800" noProof="0">
                <a:solidFill>
                  <a:srgbClr val="FFFFFF"/>
                </a:solidFill>
                <a:latin typeface="Roboto"/>
              </a:rPr>
              <a:t> </a:t>
            </a:r>
            <a:r>
              <a:rPr lang="en-US" sz="1800" b="1" noProof="0">
                <a:solidFill>
                  <a:srgbClr val="FFFFFF"/>
                </a:solidFill>
                <a:latin typeface="Roboto"/>
              </a:rPr>
              <a:t>OF SCOPE</a:t>
            </a:r>
            <a:endParaRPr lang="hu-HU" b="1"/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F1977F41-428B-BD5E-8C11-E2DABC53750A}"/>
              </a:ext>
            </a:extLst>
          </p:cNvPr>
          <p:cNvSpPr txBox="1"/>
          <p:nvPr/>
        </p:nvSpPr>
        <p:spPr>
          <a:xfrm>
            <a:off x="5125193" y="4766693"/>
            <a:ext cx="2029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noProof="0">
                <a:solidFill>
                  <a:srgbClr val="FFFFFF"/>
                </a:solidFill>
                <a:latin typeface="Roboto"/>
              </a:rPr>
              <a:t>DELIVARABLE</a:t>
            </a:r>
            <a:endParaRPr lang="hu-HU" b="1"/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2798AC28-0642-2A0B-2976-DA5D86AADA7E}"/>
              </a:ext>
            </a:extLst>
          </p:cNvPr>
          <p:cNvSpPr txBox="1"/>
          <p:nvPr/>
        </p:nvSpPr>
        <p:spPr>
          <a:xfrm>
            <a:off x="1167519" y="4766693"/>
            <a:ext cx="2029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noProof="0">
                <a:solidFill>
                  <a:srgbClr val="FFFFFF"/>
                </a:solidFill>
                <a:latin typeface="Roboto"/>
              </a:rPr>
              <a:t>METRICS</a:t>
            </a:r>
            <a:endParaRPr lang="hu-HU" b="1"/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34F438AB-3971-6826-DE82-25039114EB2A}"/>
              </a:ext>
            </a:extLst>
          </p:cNvPr>
          <p:cNvSpPr txBox="1"/>
          <p:nvPr/>
        </p:nvSpPr>
        <p:spPr>
          <a:xfrm>
            <a:off x="5114546" y="2138879"/>
            <a:ext cx="2029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b="1">
                <a:solidFill>
                  <a:schemeClr val="bg1"/>
                </a:solidFill>
              </a:rPr>
              <a:t>PURPOSE</a:t>
            </a: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CB114D1C-D102-C275-E3FF-5C126E53130A}"/>
              </a:ext>
            </a:extLst>
          </p:cNvPr>
          <p:cNvSpPr txBox="1"/>
          <p:nvPr/>
        </p:nvSpPr>
        <p:spPr>
          <a:xfrm>
            <a:off x="8616696" y="2138879"/>
            <a:ext cx="2029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noProof="0">
                <a:solidFill>
                  <a:srgbClr val="FFFFFF"/>
                </a:solidFill>
                <a:latin typeface="Roboto"/>
              </a:rPr>
              <a:t>BUSINESS</a:t>
            </a:r>
            <a:r>
              <a:rPr lang="en-US" sz="1800" noProof="0">
                <a:solidFill>
                  <a:srgbClr val="FFFFFF"/>
                </a:solidFill>
                <a:latin typeface="Roboto"/>
              </a:rPr>
              <a:t> </a:t>
            </a:r>
            <a:r>
              <a:rPr lang="en-US" sz="1800" b="1" noProof="0">
                <a:solidFill>
                  <a:srgbClr val="FFFFFF"/>
                </a:solidFill>
                <a:latin typeface="Roboto"/>
              </a:rPr>
              <a:t>CASE</a:t>
            </a:r>
            <a:endParaRPr lang="hu-HU" b="1"/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6ACC2948-3475-7693-3C35-420049B70D10}"/>
              </a:ext>
            </a:extLst>
          </p:cNvPr>
          <p:cNvSpPr txBox="1"/>
          <p:nvPr/>
        </p:nvSpPr>
        <p:spPr>
          <a:xfrm>
            <a:off x="8216300" y="5238569"/>
            <a:ext cx="31435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noProof="0">
                <a:solidFill>
                  <a:srgbClr val="FFFFFF"/>
                </a:solidFill>
                <a:latin typeface="Roboto"/>
              </a:rPr>
              <a:t>Offline marketing efforts &amp; </a:t>
            </a:r>
            <a:r>
              <a:rPr lang="en-US" sz="1800" noProof="0" err="1">
                <a:solidFill>
                  <a:srgbClr val="FFFFFF"/>
                </a:solidFill>
                <a:latin typeface="Roboto"/>
              </a:rPr>
              <a:t>Analysing</a:t>
            </a:r>
            <a:r>
              <a:rPr lang="en-US" sz="1800" noProof="0">
                <a:solidFill>
                  <a:srgbClr val="FFFFFF"/>
                </a:solidFill>
                <a:latin typeface="Roboto"/>
              </a:rPr>
              <a:t> third-party sources (Google Analytics)</a:t>
            </a:r>
            <a:endParaRPr lang="hu-HU"/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57B56C67-A65D-F1C2-5341-F39DD0AB4579}"/>
              </a:ext>
            </a:extLst>
          </p:cNvPr>
          <p:cNvSpPr txBox="1"/>
          <p:nvPr/>
        </p:nvSpPr>
        <p:spPr>
          <a:xfrm>
            <a:off x="4568378" y="5184222"/>
            <a:ext cx="3143597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800" noProof="0">
                <a:solidFill>
                  <a:srgbClr val="FFFFFF"/>
                </a:solidFill>
                <a:latin typeface="Roboto"/>
              </a:rPr>
              <a:t>Best machine learning model for </a:t>
            </a:r>
            <a:r>
              <a:rPr lang="en-US">
                <a:solidFill>
                  <a:srgbClr val="FFFFFF"/>
                </a:solidFill>
                <a:latin typeface="Roboto"/>
              </a:rPr>
              <a:t>prediction</a:t>
            </a:r>
            <a:r>
              <a:rPr lang="en-US" sz="1800" noProof="0">
                <a:solidFill>
                  <a:srgbClr val="FFFFFF"/>
                </a:solidFill>
                <a:latin typeface="Roboto"/>
              </a:rPr>
              <a:t> with a clear interface and retraining each week</a:t>
            </a:r>
            <a:endParaRPr lang="hu-HU"/>
          </a:p>
        </p:txBody>
      </p: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67328AC7-0DF8-CE55-F5FB-8FEBD04105B6}"/>
              </a:ext>
            </a:extLst>
          </p:cNvPr>
          <p:cNvSpPr txBox="1"/>
          <p:nvPr/>
        </p:nvSpPr>
        <p:spPr>
          <a:xfrm>
            <a:off x="832104" y="5279486"/>
            <a:ext cx="2651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noProof="0">
                <a:solidFill>
                  <a:srgbClr val="FFFFFF"/>
                </a:solidFill>
                <a:latin typeface="Roboto"/>
              </a:rPr>
              <a:t>Conversion rates, accuracy of prediction</a:t>
            </a:r>
            <a:endParaRPr lang="hu-HU"/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B8515641-580C-BBC1-1546-33CF190DDC36}"/>
              </a:ext>
            </a:extLst>
          </p:cNvPr>
          <p:cNvSpPr txBox="1"/>
          <p:nvPr/>
        </p:nvSpPr>
        <p:spPr>
          <a:xfrm>
            <a:off x="4524201" y="2577297"/>
            <a:ext cx="31435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noProof="0">
                <a:solidFill>
                  <a:srgbClr val="FFFFFF"/>
                </a:solidFill>
                <a:latin typeface="Roboto"/>
              </a:rPr>
              <a:t>Develop predictive model to predict conversions based on internal historical data</a:t>
            </a:r>
            <a:endParaRPr lang="hu-HU"/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754B2D51-1899-252C-F58F-B32642D08D97}"/>
              </a:ext>
            </a:extLst>
          </p:cNvPr>
          <p:cNvSpPr txBox="1"/>
          <p:nvPr/>
        </p:nvSpPr>
        <p:spPr>
          <a:xfrm>
            <a:off x="8327884" y="2700695"/>
            <a:ext cx="26517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noProof="0">
                <a:solidFill>
                  <a:srgbClr val="FFFFFF"/>
                </a:solidFill>
                <a:latin typeface="Roboto"/>
              </a:rPr>
              <a:t>Increase conversions by 15-20% and increase marketing ROI</a:t>
            </a:r>
          </a:p>
        </p:txBody>
      </p:sp>
      <p:sp>
        <p:nvSpPr>
          <p:cNvPr id="19" name="Freeform 217">
            <a:extLst>
              <a:ext uri="{FF2B5EF4-FFF2-40B4-BE49-F238E27FC236}">
                <a16:creationId xmlns:a16="http://schemas.microsoft.com/office/drawing/2014/main" id="{0B466A70-5CCF-6ABE-A8BD-DCDFA7F675E9}"/>
              </a:ext>
            </a:extLst>
          </p:cNvPr>
          <p:cNvSpPr>
            <a:spLocks noEditPoints="1"/>
          </p:cNvSpPr>
          <p:nvPr/>
        </p:nvSpPr>
        <p:spPr bwMode="auto">
          <a:xfrm>
            <a:off x="9343505" y="1453952"/>
            <a:ext cx="515391" cy="492443"/>
          </a:xfrm>
          <a:custGeom>
            <a:avLst/>
            <a:gdLst/>
            <a:ahLst/>
            <a:cxnLst>
              <a:cxn ang="0">
                <a:pos x="78" y="58"/>
              </a:cxn>
              <a:cxn ang="0">
                <a:pos x="0" y="58"/>
              </a:cxn>
              <a:cxn ang="0">
                <a:pos x="0" y="0"/>
              </a:cxn>
              <a:cxn ang="0">
                <a:pos x="5" y="0"/>
              </a:cxn>
              <a:cxn ang="0">
                <a:pos x="5" y="53"/>
              </a:cxn>
              <a:cxn ang="0">
                <a:pos x="78" y="53"/>
              </a:cxn>
              <a:cxn ang="0">
                <a:pos x="78" y="58"/>
              </a:cxn>
              <a:cxn ang="0">
                <a:pos x="73" y="22"/>
              </a:cxn>
              <a:cxn ang="0">
                <a:pos x="71" y="23"/>
              </a:cxn>
              <a:cxn ang="0">
                <a:pos x="66" y="18"/>
              </a:cxn>
              <a:cxn ang="0">
                <a:pos x="42" y="42"/>
              </a:cxn>
              <a:cxn ang="0">
                <a:pos x="40" y="42"/>
              </a:cxn>
              <a:cxn ang="0">
                <a:pos x="31" y="34"/>
              </a:cxn>
              <a:cxn ang="0">
                <a:pos x="16" y="49"/>
              </a:cxn>
              <a:cxn ang="0">
                <a:pos x="8" y="42"/>
              </a:cxn>
              <a:cxn ang="0">
                <a:pos x="30" y="20"/>
              </a:cxn>
              <a:cxn ang="0">
                <a:pos x="32" y="20"/>
              </a:cxn>
              <a:cxn ang="0">
                <a:pos x="41" y="29"/>
              </a:cxn>
              <a:cxn ang="0">
                <a:pos x="59" y="11"/>
              </a:cxn>
              <a:cxn ang="0">
                <a:pos x="54" y="6"/>
              </a:cxn>
              <a:cxn ang="0">
                <a:pos x="55" y="4"/>
              </a:cxn>
              <a:cxn ang="0">
                <a:pos x="71" y="4"/>
              </a:cxn>
              <a:cxn ang="0">
                <a:pos x="73" y="6"/>
              </a:cxn>
              <a:cxn ang="0">
                <a:pos x="73" y="22"/>
              </a:cxn>
            </a:cxnLst>
            <a:rect l="0" t="0" r="r" b="b"/>
            <a:pathLst>
              <a:path w="78" h="58">
                <a:moveTo>
                  <a:pt x="78" y="58"/>
                </a:moveTo>
                <a:cubicBezTo>
                  <a:pt x="0" y="58"/>
                  <a:pt x="0" y="58"/>
                  <a:pt x="0" y="58"/>
                </a:cubicBezTo>
                <a:cubicBezTo>
                  <a:pt x="0" y="0"/>
                  <a:pt x="0" y="0"/>
                  <a:pt x="0" y="0"/>
                </a:cubicBezTo>
                <a:cubicBezTo>
                  <a:pt x="5" y="0"/>
                  <a:pt x="5" y="0"/>
                  <a:pt x="5" y="0"/>
                </a:cubicBezTo>
                <a:cubicBezTo>
                  <a:pt x="5" y="53"/>
                  <a:pt x="5" y="53"/>
                  <a:pt x="5" y="53"/>
                </a:cubicBezTo>
                <a:cubicBezTo>
                  <a:pt x="78" y="53"/>
                  <a:pt x="78" y="53"/>
                  <a:pt x="78" y="53"/>
                </a:cubicBezTo>
                <a:lnTo>
                  <a:pt x="78" y="58"/>
                </a:lnTo>
                <a:close/>
                <a:moveTo>
                  <a:pt x="73" y="22"/>
                </a:moveTo>
                <a:cubicBezTo>
                  <a:pt x="73" y="23"/>
                  <a:pt x="71" y="24"/>
                  <a:pt x="71" y="23"/>
                </a:cubicBezTo>
                <a:cubicBezTo>
                  <a:pt x="66" y="18"/>
                  <a:pt x="66" y="18"/>
                  <a:pt x="66" y="18"/>
                </a:cubicBezTo>
                <a:cubicBezTo>
                  <a:pt x="42" y="42"/>
                  <a:pt x="42" y="42"/>
                  <a:pt x="42" y="42"/>
                </a:cubicBezTo>
                <a:cubicBezTo>
                  <a:pt x="41" y="43"/>
                  <a:pt x="41" y="43"/>
                  <a:pt x="40" y="42"/>
                </a:cubicBezTo>
                <a:cubicBezTo>
                  <a:pt x="31" y="34"/>
                  <a:pt x="31" y="34"/>
                  <a:pt x="31" y="34"/>
                </a:cubicBezTo>
                <a:cubicBezTo>
                  <a:pt x="16" y="49"/>
                  <a:pt x="16" y="49"/>
                  <a:pt x="16" y="49"/>
                </a:cubicBezTo>
                <a:cubicBezTo>
                  <a:pt x="8" y="42"/>
                  <a:pt x="8" y="42"/>
                  <a:pt x="8" y="42"/>
                </a:cubicBezTo>
                <a:cubicBezTo>
                  <a:pt x="30" y="20"/>
                  <a:pt x="30" y="20"/>
                  <a:pt x="30" y="20"/>
                </a:cubicBezTo>
                <a:cubicBezTo>
                  <a:pt x="31" y="19"/>
                  <a:pt x="32" y="19"/>
                  <a:pt x="32" y="20"/>
                </a:cubicBezTo>
                <a:cubicBezTo>
                  <a:pt x="41" y="29"/>
                  <a:pt x="41" y="29"/>
                  <a:pt x="41" y="29"/>
                </a:cubicBezTo>
                <a:cubicBezTo>
                  <a:pt x="59" y="11"/>
                  <a:pt x="59" y="11"/>
                  <a:pt x="59" y="11"/>
                </a:cubicBezTo>
                <a:cubicBezTo>
                  <a:pt x="54" y="6"/>
                  <a:pt x="54" y="6"/>
                  <a:pt x="54" y="6"/>
                </a:cubicBezTo>
                <a:cubicBezTo>
                  <a:pt x="53" y="6"/>
                  <a:pt x="54" y="4"/>
                  <a:pt x="55" y="4"/>
                </a:cubicBezTo>
                <a:cubicBezTo>
                  <a:pt x="71" y="4"/>
                  <a:pt x="71" y="4"/>
                  <a:pt x="71" y="4"/>
                </a:cubicBezTo>
                <a:cubicBezTo>
                  <a:pt x="72" y="4"/>
                  <a:pt x="73" y="5"/>
                  <a:pt x="73" y="6"/>
                </a:cubicBezTo>
                <a:lnTo>
                  <a:pt x="73" y="22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0" name="Freeform 6">
            <a:extLst>
              <a:ext uri="{FF2B5EF4-FFF2-40B4-BE49-F238E27FC236}">
                <a16:creationId xmlns:a16="http://schemas.microsoft.com/office/drawing/2014/main" id="{C884E397-B0B2-5AB1-4FC3-D68DA55BEEBA}"/>
              </a:ext>
            </a:extLst>
          </p:cNvPr>
          <p:cNvSpPr>
            <a:spLocks noEditPoints="1"/>
          </p:cNvSpPr>
          <p:nvPr/>
        </p:nvSpPr>
        <p:spPr bwMode="auto">
          <a:xfrm flipH="1">
            <a:off x="5792671" y="1283494"/>
            <a:ext cx="673717" cy="706602"/>
          </a:xfrm>
          <a:custGeom>
            <a:avLst/>
            <a:gdLst/>
            <a:ahLst/>
            <a:cxnLst>
              <a:cxn ang="0">
                <a:pos x="309" y="180"/>
              </a:cxn>
              <a:cxn ang="0">
                <a:pos x="233" y="232"/>
              </a:cxn>
              <a:cxn ang="0">
                <a:pos x="180" y="308"/>
              </a:cxn>
              <a:cxn ang="0">
                <a:pos x="215" y="381"/>
              </a:cxn>
              <a:cxn ang="0">
                <a:pos x="231" y="393"/>
              </a:cxn>
              <a:cxn ang="0">
                <a:pos x="227" y="448"/>
              </a:cxn>
              <a:cxn ang="0">
                <a:pos x="162" y="472"/>
              </a:cxn>
              <a:cxn ang="0">
                <a:pos x="198" y="558"/>
              </a:cxn>
              <a:cxn ang="0">
                <a:pos x="261" y="625"/>
              </a:cxn>
              <a:cxn ang="0">
                <a:pos x="344" y="667"/>
              </a:cxn>
              <a:cxn ang="0">
                <a:pos x="384" y="611"/>
              </a:cxn>
              <a:cxn ang="0">
                <a:pos x="437" y="602"/>
              </a:cxn>
              <a:cxn ang="0">
                <a:pos x="454" y="615"/>
              </a:cxn>
              <a:cxn ang="0">
                <a:pos x="510" y="661"/>
              </a:cxn>
              <a:cxn ang="0">
                <a:pos x="589" y="614"/>
              </a:cxn>
              <a:cxn ang="0">
                <a:pos x="648" y="542"/>
              </a:cxn>
              <a:cxn ang="0">
                <a:pos x="677" y="453"/>
              </a:cxn>
              <a:cxn ang="0">
                <a:pos x="607" y="444"/>
              </a:cxn>
              <a:cxn ang="0">
                <a:pos x="607" y="389"/>
              </a:cxn>
              <a:cxn ang="0">
                <a:pos x="677" y="381"/>
              </a:cxn>
              <a:cxn ang="0">
                <a:pos x="645" y="287"/>
              </a:cxn>
              <a:cxn ang="0">
                <a:pos x="581" y="213"/>
              </a:cxn>
              <a:cxn ang="0">
                <a:pos x="494" y="167"/>
              </a:cxn>
              <a:cxn ang="0">
                <a:pos x="452" y="223"/>
              </a:cxn>
              <a:cxn ang="0">
                <a:pos x="399" y="231"/>
              </a:cxn>
              <a:cxn ang="0">
                <a:pos x="382" y="219"/>
              </a:cxn>
              <a:cxn ang="0">
                <a:pos x="441" y="1"/>
              </a:cxn>
              <a:cxn ang="0">
                <a:pos x="454" y="17"/>
              </a:cxn>
              <a:cxn ang="0">
                <a:pos x="540" y="103"/>
              </a:cxn>
              <a:cxn ang="0">
                <a:pos x="633" y="157"/>
              </a:cxn>
              <a:cxn ang="0">
                <a:pos x="703" y="237"/>
              </a:cxn>
              <a:cxn ang="0">
                <a:pos x="746" y="337"/>
              </a:cxn>
              <a:cxn ang="0">
                <a:pos x="827" y="383"/>
              </a:cxn>
              <a:cxn ang="0">
                <a:pos x="836" y="436"/>
              </a:cxn>
              <a:cxn ang="0">
                <a:pos x="823" y="452"/>
              </a:cxn>
              <a:cxn ang="0">
                <a:pos x="740" y="518"/>
              </a:cxn>
              <a:cxn ang="0">
                <a:pos x="691" y="614"/>
              </a:cxn>
              <a:cxn ang="0">
                <a:pos x="616" y="689"/>
              </a:cxn>
              <a:cxn ang="0">
                <a:pos x="519" y="738"/>
              </a:cxn>
              <a:cxn ang="0">
                <a:pos x="454" y="821"/>
              </a:cxn>
              <a:cxn ang="0">
                <a:pos x="437" y="833"/>
              </a:cxn>
              <a:cxn ang="0">
                <a:pos x="384" y="825"/>
              </a:cxn>
              <a:cxn ang="0">
                <a:pos x="338" y="744"/>
              </a:cxn>
              <a:cxn ang="0">
                <a:pos x="238" y="701"/>
              </a:cxn>
              <a:cxn ang="0">
                <a:pos x="158" y="631"/>
              </a:cxn>
              <a:cxn ang="0">
                <a:pos x="103" y="538"/>
              </a:cxn>
              <a:cxn ang="0">
                <a:pos x="17" y="453"/>
              </a:cxn>
              <a:cxn ang="0">
                <a:pos x="1" y="440"/>
              </a:cxn>
              <a:cxn ang="0">
                <a:pos x="5" y="386"/>
              </a:cxn>
              <a:cxn ang="0">
                <a:pos x="85" y="359"/>
              </a:cxn>
              <a:cxn ang="0">
                <a:pos x="121" y="256"/>
              </a:cxn>
              <a:cxn ang="0">
                <a:pos x="187" y="171"/>
              </a:cxn>
              <a:cxn ang="0">
                <a:pos x="276" y="111"/>
              </a:cxn>
              <a:cxn ang="0">
                <a:pos x="382" y="82"/>
              </a:cxn>
              <a:cxn ang="0">
                <a:pos x="390" y="2"/>
              </a:cxn>
            </a:cxnLst>
            <a:rect l="0" t="0" r="r" b="b"/>
            <a:pathLst>
              <a:path w="836" h="833">
                <a:moveTo>
                  <a:pt x="382" y="158"/>
                </a:moveTo>
                <a:lnTo>
                  <a:pt x="363" y="162"/>
                </a:lnTo>
                <a:lnTo>
                  <a:pt x="344" y="166"/>
                </a:lnTo>
                <a:lnTo>
                  <a:pt x="327" y="172"/>
                </a:lnTo>
                <a:lnTo>
                  <a:pt x="309" y="180"/>
                </a:lnTo>
                <a:lnTo>
                  <a:pt x="292" y="188"/>
                </a:lnTo>
                <a:lnTo>
                  <a:pt x="276" y="197"/>
                </a:lnTo>
                <a:lnTo>
                  <a:pt x="261" y="208"/>
                </a:lnTo>
                <a:lnTo>
                  <a:pt x="247" y="220"/>
                </a:lnTo>
                <a:lnTo>
                  <a:pt x="233" y="232"/>
                </a:lnTo>
                <a:lnTo>
                  <a:pt x="220" y="246"/>
                </a:lnTo>
                <a:lnTo>
                  <a:pt x="209" y="260"/>
                </a:lnTo>
                <a:lnTo>
                  <a:pt x="198" y="275"/>
                </a:lnTo>
                <a:lnTo>
                  <a:pt x="188" y="291"/>
                </a:lnTo>
                <a:lnTo>
                  <a:pt x="180" y="308"/>
                </a:lnTo>
                <a:lnTo>
                  <a:pt x="173" y="325"/>
                </a:lnTo>
                <a:lnTo>
                  <a:pt x="167" y="343"/>
                </a:lnTo>
                <a:lnTo>
                  <a:pt x="162" y="362"/>
                </a:lnTo>
                <a:lnTo>
                  <a:pt x="159" y="381"/>
                </a:lnTo>
                <a:lnTo>
                  <a:pt x="215" y="381"/>
                </a:lnTo>
                <a:lnTo>
                  <a:pt x="219" y="381"/>
                </a:lnTo>
                <a:lnTo>
                  <a:pt x="223" y="383"/>
                </a:lnTo>
                <a:lnTo>
                  <a:pt x="227" y="386"/>
                </a:lnTo>
                <a:lnTo>
                  <a:pt x="230" y="389"/>
                </a:lnTo>
                <a:lnTo>
                  <a:pt x="231" y="393"/>
                </a:lnTo>
                <a:lnTo>
                  <a:pt x="232" y="398"/>
                </a:lnTo>
                <a:lnTo>
                  <a:pt x="232" y="436"/>
                </a:lnTo>
                <a:lnTo>
                  <a:pt x="231" y="440"/>
                </a:lnTo>
                <a:lnTo>
                  <a:pt x="230" y="444"/>
                </a:lnTo>
                <a:lnTo>
                  <a:pt x="227" y="448"/>
                </a:lnTo>
                <a:lnTo>
                  <a:pt x="223" y="450"/>
                </a:lnTo>
                <a:lnTo>
                  <a:pt x="219" y="452"/>
                </a:lnTo>
                <a:lnTo>
                  <a:pt x="215" y="453"/>
                </a:lnTo>
                <a:lnTo>
                  <a:pt x="159" y="453"/>
                </a:lnTo>
                <a:lnTo>
                  <a:pt x="162" y="472"/>
                </a:lnTo>
                <a:lnTo>
                  <a:pt x="167" y="490"/>
                </a:lnTo>
                <a:lnTo>
                  <a:pt x="173" y="508"/>
                </a:lnTo>
                <a:lnTo>
                  <a:pt x="180" y="525"/>
                </a:lnTo>
                <a:lnTo>
                  <a:pt x="188" y="542"/>
                </a:lnTo>
                <a:lnTo>
                  <a:pt x="198" y="558"/>
                </a:lnTo>
                <a:lnTo>
                  <a:pt x="209" y="573"/>
                </a:lnTo>
                <a:lnTo>
                  <a:pt x="220" y="587"/>
                </a:lnTo>
                <a:lnTo>
                  <a:pt x="233" y="601"/>
                </a:lnTo>
                <a:lnTo>
                  <a:pt x="247" y="614"/>
                </a:lnTo>
                <a:lnTo>
                  <a:pt x="261" y="625"/>
                </a:lnTo>
                <a:lnTo>
                  <a:pt x="276" y="636"/>
                </a:lnTo>
                <a:lnTo>
                  <a:pt x="292" y="646"/>
                </a:lnTo>
                <a:lnTo>
                  <a:pt x="309" y="654"/>
                </a:lnTo>
                <a:lnTo>
                  <a:pt x="327" y="661"/>
                </a:lnTo>
                <a:lnTo>
                  <a:pt x="344" y="667"/>
                </a:lnTo>
                <a:lnTo>
                  <a:pt x="363" y="672"/>
                </a:lnTo>
                <a:lnTo>
                  <a:pt x="382" y="675"/>
                </a:lnTo>
                <a:lnTo>
                  <a:pt x="382" y="619"/>
                </a:lnTo>
                <a:lnTo>
                  <a:pt x="382" y="615"/>
                </a:lnTo>
                <a:lnTo>
                  <a:pt x="384" y="611"/>
                </a:lnTo>
                <a:lnTo>
                  <a:pt x="387" y="607"/>
                </a:lnTo>
                <a:lnTo>
                  <a:pt x="390" y="605"/>
                </a:lnTo>
                <a:lnTo>
                  <a:pt x="395" y="603"/>
                </a:lnTo>
                <a:lnTo>
                  <a:pt x="399" y="602"/>
                </a:lnTo>
                <a:lnTo>
                  <a:pt x="437" y="602"/>
                </a:lnTo>
                <a:lnTo>
                  <a:pt x="441" y="603"/>
                </a:lnTo>
                <a:lnTo>
                  <a:pt x="446" y="605"/>
                </a:lnTo>
                <a:lnTo>
                  <a:pt x="449" y="607"/>
                </a:lnTo>
                <a:lnTo>
                  <a:pt x="452" y="611"/>
                </a:lnTo>
                <a:lnTo>
                  <a:pt x="454" y="615"/>
                </a:lnTo>
                <a:lnTo>
                  <a:pt x="454" y="619"/>
                </a:lnTo>
                <a:lnTo>
                  <a:pt x="454" y="675"/>
                </a:lnTo>
                <a:lnTo>
                  <a:pt x="473" y="672"/>
                </a:lnTo>
                <a:lnTo>
                  <a:pt x="491" y="667"/>
                </a:lnTo>
                <a:lnTo>
                  <a:pt x="510" y="661"/>
                </a:lnTo>
                <a:lnTo>
                  <a:pt x="527" y="654"/>
                </a:lnTo>
                <a:lnTo>
                  <a:pt x="544" y="646"/>
                </a:lnTo>
                <a:lnTo>
                  <a:pt x="560" y="636"/>
                </a:lnTo>
                <a:lnTo>
                  <a:pt x="575" y="625"/>
                </a:lnTo>
                <a:lnTo>
                  <a:pt x="589" y="614"/>
                </a:lnTo>
                <a:lnTo>
                  <a:pt x="603" y="601"/>
                </a:lnTo>
                <a:lnTo>
                  <a:pt x="616" y="587"/>
                </a:lnTo>
                <a:lnTo>
                  <a:pt x="627" y="573"/>
                </a:lnTo>
                <a:lnTo>
                  <a:pt x="638" y="558"/>
                </a:lnTo>
                <a:lnTo>
                  <a:pt x="648" y="542"/>
                </a:lnTo>
                <a:lnTo>
                  <a:pt x="656" y="525"/>
                </a:lnTo>
                <a:lnTo>
                  <a:pt x="663" y="508"/>
                </a:lnTo>
                <a:lnTo>
                  <a:pt x="669" y="490"/>
                </a:lnTo>
                <a:lnTo>
                  <a:pt x="674" y="472"/>
                </a:lnTo>
                <a:lnTo>
                  <a:pt x="677" y="453"/>
                </a:lnTo>
                <a:lnTo>
                  <a:pt x="621" y="453"/>
                </a:lnTo>
                <a:lnTo>
                  <a:pt x="617" y="452"/>
                </a:lnTo>
                <a:lnTo>
                  <a:pt x="613" y="450"/>
                </a:lnTo>
                <a:lnTo>
                  <a:pt x="609" y="448"/>
                </a:lnTo>
                <a:lnTo>
                  <a:pt x="607" y="444"/>
                </a:lnTo>
                <a:lnTo>
                  <a:pt x="605" y="440"/>
                </a:lnTo>
                <a:lnTo>
                  <a:pt x="604" y="436"/>
                </a:lnTo>
                <a:lnTo>
                  <a:pt x="604" y="398"/>
                </a:lnTo>
                <a:lnTo>
                  <a:pt x="605" y="393"/>
                </a:lnTo>
                <a:lnTo>
                  <a:pt x="607" y="389"/>
                </a:lnTo>
                <a:lnTo>
                  <a:pt x="609" y="386"/>
                </a:lnTo>
                <a:lnTo>
                  <a:pt x="613" y="383"/>
                </a:lnTo>
                <a:lnTo>
                  <a:pt x="617" y="381"/>
                </a:lnTo>
                <a:lnTo>
                  <a:pt x="621" y="381"/>
                </a:lnTo>
                <a:lnTo>
                  <a:pt x="677" y="381"/>
                </a:lnTo>
                <a:lnTo>
                  <a:pt x="674" y="361"/>
                </a:lnTo>
                <a:lnTo>
                  <a:pt x="668" y="341"/>
                </a:lnTo>
                <a:lnTo>
                  <a:pt x="662" y="322"/>
                </a:lnTo>
                <a:lnTo>
                  <a:pt x="654" y="304"/>
                </a:lnTo>
                <a:lnTo>
                  <a:pt x="645" y="287"/>
                </a:lnTo>
                <a:lnTo>
                  <a:pt x="634" y="270"/>
                </a:lnTo>
                <a:lnTo>
                  <a:pt x="622" y="254"/>
                </a:lnTo>
                <a:lnTo>
                  <a:pt x="610" y="239"/>
                </a:lnTo>
                <a:lnTo>
                  <a:pt x="596" y="226"/>
                </a:lnTo>
                <a:lnTo>
                  <a:pt x="581" y="213"/>
                </a:lnTo>
                <a:lnTo>
                  <a:pt x="565" y="201"/>
                </a:lnTo>
                <a:lnTo>
                  <a:pt x="548" y="191"/>
                </a:lnTo>
                <a:lnTo>
                  <a:pt x="531" y="181"/>
                </a:lnTo>
                <a:lnTo>
                  <a:pt x="513" y="173"/>
                </a:lnTo>
                <a:lnTo>
                  <a:pt x="494" y="167"/>
                </a:lnTo>
                <a:lnTo>
                  <a:pt x="474" y="162"/>
                </a:lnTo>
                <a:lnTo>
                  <a:pt x="454" y="158"/>
                </a:lnTo>
                <a:lnTo>
                  <a:pt x="454" y="214"/>
                </a:lnTo>
                <a:lnTo>
                  <a:pt x="454" y="219"/>
                </a:lnTo>
                <a:lnTo>
                  <a:pt x="452" y="223"/>
                </a:lnTo>
                <a:lnTo>
                  <a:pt x="449" y="226"/>
                </a:lnTo>
                <a:lnTo>
                  <a:pt x="446" y="229"/>
                </a:lnTo>
                <a:lnTo>
                  <a:pt x="441" y="230"/>
                </a:lnTo>
                <a:lnTo>
                  <a:pt x="437" y="231"/>
                </a:lnTo>
                <a:lnTo>
                  <a:pt x="399" y="231"/>
                </a:lnTo>
                <a:lnTo>
                  <a:pt x="395" y="230"/>
                </a:lnTo>
                <a:lnTo>
                  <a:pt x="390" y="229"/>
                </a:lnTo>
                <a:lnTo>
                  <a:pt x="387" y="226"/>
                </a:lnTo>
                <a:lnTo>
                  <a:pt x="384" y="223"/>
                </a:lnTo>
                <a:lnTo>
                  <a:pt x="382" y="219"/>
                </a:lnTo>
                <a:lnTo>
                  <a:pt x="382" y="214"/>
                </a:lnTo>
                <a:lnTo>
                  <a:pt x="382" y="158"/>
                </a:lnTo>
                <a:close/>
                <a:moveTo>
                  <a:pt x="399" y="0"/>
                </a:moveTo>
                <a:lnTo>
                  <a:pt x="437" y="0"/>
                </a:lnTo>
                <a:lnTo>
                  <a:pt x="441" y="1"/>
                </a:lnTo>
                <a:lnTo>
                  <a:pt x="446" y="2"/>
                </a:lnTo>
                <a:lnTo>
                  <a:pt x="449" y="5"/>
                </a:lnTo>
                <a:lnTo>
                  <a:pt x="452" y="9"/>
                </a:lnTo>
                <a:lnTo>
                  <a:pt x="454" y="13"/>
                </a:lnTo>
                <a:lnTo>
                  <a:pt x="454" y="17"/>
                </a:lnTo>
                <a:lnTo>
                  <a:pt x="454" y="82"/>
                </a:lnTo>
                <a:lnTo>
                  <a:pt x="476" y="85"/>
                </a:lnTo>
                <a:lnTo>
                  <a:pt x="498" y="90"/>
                </a:lnTo>
                <a:lnTo>
                  <a:pt x="519" y="96"/>
                </a:lnTo>
                <a:lnTo>
                  <a:pt x="540" y="103"/>
                </a:lnTo>
                <a:lnTo>
                  <a:pt x="560" y="111"/>
                </a:lnTo>
                <a:lnTo>
                  <a:pt x="579" y="121"/>
                </a:lnTo>
                <a:lnTo>
                  <a:pt x="598" y="132"/>
                </a:lnTo>
                <a:lnTo>
                  <a:pt x="616" y="144"/>
                </a:lnTo>
                <a:lnTo>
                  <a:pt x="633" y="157"/>
                </a:lnTo>
                <a:lnTo>
                  <a:pt x="649" y="171"/>
                </a:lnTo>
                <a:lnTo>
                  <a:pt x="664" y="187"/>
                </a:lnTo>
                <a:lnTo>
                  <a:pt x="678" y="203"/>
                </a:lnTo>
                <a:lnTo>
                  <a:pt x="691" y="220"/>
                </a:lnTo>
                <a:lnTo>
                  <a:pt x="703" y="237"/>
                </a:lnTo>
                <a:lnTo>
                  <a:pt x="715" y="256"/>
                </a:lnTo>
                <a:lnTo>
                  <a:pt x="724" y="275"/>
                </a:lnTo>
                <a:lnTo>
                  <a:pt x="733" y="295"/>
                </a:lnTo>
                <a:lnTo>
                  <a:pt x="740" y="316"/>
                </a:lnTo>
                <a:lnTo>
                  <a:pt x="746" y="337"/>
                </a:lnTo>
                <a:lnTo>
                  <a:pt x="751" y="359"/>
                </a:lnTo>
                <a:lnTo>
                  <a:pt x="754" y="381"/>
                </a:lnTo>
                <a:lnTo>
                  <a:pt x="819" y="381"/>
                </a:lnTo>
                <a:lnTo>
                  <a:pt x="823" y="381"/>
                </a:lnTo>
                <a:lnTo>
                  <a:pt x="827" y="383"/>
                </a:lnTo>
                <a:lnTo>
                  <a:pt x="831" y="386"/>
                </a:lnTo>
                <a:lnTo>
                  <a:pt x="833" y="389"/>
                </a:lnTo>
                <a:lnTo>
                  <a:pt x="835" y="393"/>
                </a:lnTo>
                <a:lnTo>
                  <a:pt x="836" y="398"/>
                </a:lnTo>
                <a:lnTo>
                  <a:pt x="836" y="436"/>
                </a:lnTo>
                <a:lnTo>
                  <a:pt x="835" y="440"/>
                </a:lnTo>
                <a:lnTo>
                  <a:pt x="833" y="444"/>
                </a:lnTo>
                <a:lnTo>
                  <a:pt x="831" y="448"/>
                </a:lnTo>
                <a:lnTo>
                  <a:pt x="827" y="450"/>
                </a:lnTo>
                <a:lnTo>
                  <a:pt x="823" y="452"/>
                </a:lnTo>
                <a:lnTo>
                  <a:pt x="819" y="453"/>
                </a:lnTo>
                <a:lnTo>
                  <a:pt x="754" y="453"/>
                </a:lnTo>
                <a:lnTo>
                  <a:pt x="751" y="475"/>
                </a:lnTo>
                <a:lnTo>
                  <a:pt x="746" y="496"/>
                </a:lnTo>
                <a:lnTo>
                  <a:pt x="740" y="518"/>
                </a:lnTo>
                <a:lnTo>
                  <a:pt x="733" y="538"/>
                </a:lnTo>
                <a:lnTo>
                  <a:pt x="724" y="558"/>
                </a:lnTo>
                <a:lnTo>
                  <a:pt x="715" y="577"/>
                </a:lnTo>
                <a:lnTo>
                  <a:pt x="703" y="596"/>
                </a:lnTo>
                <a:lnTo>
                  <a:pt x="691" y="614"/>
                </a:lnTo>
                <a:lnTo>
                  <a:pt x="678" y="631"/>
                </a:lnTo>
                <a:lnTo>
                  <a:pt x="664" y="647"/>
                </a:lnTo>
                <a:lnTo>
                  <a:pt x="649" y="662"/>
                </a:lnTo>
                <a:lnTo>
                  <a:pt x="633" y="676"/>
                </a:lnTo>
                <a:lnTo>
                  <a:pt x="616" y="689"/>
                </a:lnTo>
                <a:lnTo>
                  <a:pt x="598" y="701"/>
                </a:lnTo>
                <a:lnTo>
                  <a:pt x="579" y="712"/>
                </a:lnTo>
                <a:lnTo>
                  <a:pt x="560" y="722"/>
                </a:lnTo>
                <a:lnTo>
                  <a:pt x="540" y="731"/>
                </a:lnTo>
                <a:lnTo>
                  <a:pt x="519" y="738"/>
                </a:lnTo>
                <a:lnTo>
                  <a:pt x="498" y="744"/>
                </a:lnTo>
                <a:lnTo>
                  <a:pt x="476" y="748"/>
                </a:lnTo>
                <a:lnTo>
                  <a:pt x="454" y="751"/>
                </a:lnTo>
                <a:lnTo>
                  <a:pt x="454" y="816"/>
                </a:lnTo>
                <a:lnTo>
                  <a:pt x="454" y="821"/>
                </a:lnTo>
                <a:lnTo>
                  <a:pt x="452" y="825"/>
                </a:lnTo>
                <a:lnTo>
                  <a:pt x="449" y="828"/>
                </a:lnTo>
                <a:lnTo>
                  <a:pt x="446" y="831"/>
                </a:lnTo>
                <a:lnTo>
                  <a:pt x="441" y="833"/>
                </a:lnTo>
                <a:lnTo>
                  <a:pt x="437" y="833"/>
                </a:lnTo>
                <a:lnTo>
                  <a:pt x="399" y="833"/>
                </a:lnTo>
                <a:lnTo>
                  <a:pt x="395" y="833"/>
                </a:lnTo>
                <a:lnTo>
                  <a:pt x="390" y="831"/>
                </a:lnTo>
                <a:lnTo>
                  <a:pt x="387" y="828"/>
                </a:lnTo>
                <a:lnTo>
                  <a:pt x="384" y="825"/>
                </a:lnTo>
                <a:lnTo>
                  <a:pt x="382" y="821"/>
                </a:lnTo>
                <a:lnTo>
                  <a:pt x="382" y="816"/>
                </a:lnTo>
                <a:lnTo>
                  <a:pt x="382" y="751"/>
                </a:lnTo>
                <a:lnTo>
                  <a:pt x="360" y="748"/>
                </a:lnTo>
                <a:lnTo>
                  <a:pt x="338" y="744"/>
                </a:lnTo>
                <a:lnTo>
                  <a:pt x="317" y="738"/>
                </a:lnTo>
                <a:lnTo>
                  <a:pt x="296" y="731"/>
                </a:lnTo>
                <a:lnTo>
                  <a:pt x="276" y="722"/>
                </a:lnTo>
                <a:lnTo>
                  <a:pt x="257" y="712"/>
                </a:lnTo>
                <a:lnTo>
                  <a:pt x="238" y="701"/>
                </a:lnTo>
                <a:lnTo>
                  <a:pt x="220" y="689"/>
                </a:lnTo>
                <a:lnTo>
                  <a:pt x="203" y="676"/>
                </a:lnTo>
                <a:lnTo>
                  <a:pt x="187" y="662"/>
                </a:lnTo>
                <a:lnTo>
                  <a:pt x="172" y="647"/>
                </a:lnTo>
                <a:lnTo>
                  <a:pt x="158" y="631"/>
                </a:lnTo>
                <a:lnTo>
                  <a:pt x="144" y="614"/>
                </a:lnTo>
                <a:lnTo>
                  <a:pt x="132" y="596"/>
                </a:lnTo>
                <a:lnTo>
                  <a:pt x="121" y="577"/>
                </a:lnTo>
                <a:lnTo>
                  <a:pt x="111" y="558"/>
                </a:lnTo>
                <a:lnTo>
                  <a:pt x="103" y="538"/>
                </a:lnTo>
                <a:lnTo>
                  <a:pt x="96" y="518"/>
                </a:lnTo>
                <a:lnTo>
                  <a:pt x="90" y="496"/>
                </a:lnTo>
                <a:lnTo>
                  <a:pt x="85" y="475"/>
                </a:lnTo>
                <a:lnTo>
                  <a:pt x="82" y="453"/>
                </a:lnTo>
                <a:lnTo>
                  <a:pt x="17" y="453"/>
                </a:lnTo>
                <a:lnTo>
                  <a:pt x="13" y="452"/>
                </a:lnTo>
                <a:lnTo>
                  <a:pt x="9" y="450"/>
                </a:lnTo>
                <a:lnTo>
                  <a:pt x="5" y="448"/>
                </a:lnTo>
                <a:lnTo>
                  <a:pt x="2" y="444"/>
                </a:lnTo>
                <a:lnTo>
                  <a:pt x="1" y="440"/>
                </a:lnTo>
                <a:lnTo>
                  <a:pt x="0" y="436"/>
                </a:lnTo>
                <a:lnTo>
                  <a:pt x="0" y="398"/>
                </a:lnTo>
                <a:lnTo>
                  <a:pt x="1" y="393"/>
                </a:lnTo>
                <a:lnTo>
                  <a:pt x="2" y="389"/>
                </a:lnTo>
                <a:lnTo>
                  <a:pt x="5" y="386"/>
                </a:lnTo>
                <a:lnTo>
                  <a:pt x="9" y="383"/>
                </a:lnTo>
                <a:lnTo>
                  <a:pt x="13" y="381"/>
                </a:lnTo>
                <a:lnTo>
                  <a:pt x="17" y="381"/>
                </a:lnTo>
                <a:lnTo>
                  <a:pt x="82" y="381"/>
                </a:lnTo>
                <a:lnTo>
                  <a:pt x="85" y="359"/>
                </a:lnTo>
                <a:lnTo>
                  <a:pt x="90" y="337"/>
                </a:lnTo>
                <a:lnTo>
                  <a:pt x="96" y="316"/>
                </a:lnTo>
                <a:lnTo>
                  <a:pt x="103" y="295"/>
                </a:lnTo>
                <a:lnTo>
                  <a:pt x="111" y="275"/>
                </a:lnTo>
                <a:lnTo>
                  <a:pt x="121" y="256"/>
                </a:lnTo>
                <a:lnTo>
                  <a:pt x="132" y="237"/>
                </a:lnTo>
                <a:lnTo>
                  <a:pt x="144" y="220"/>
                </a:lnTo>
                <a:lnTo>
                  <a:pt x="158" y="203"/>
                </a:lnTo>
                <a:lnTo>
                  <a:pt x="172" y="187"/>
                </a:lnTo>
                <a:lnTo>
                  <a:pt x="187" y="171"/>
                </a:lnTo>
                <a:lnTo>
                  <a:pt x="203" y="157"/>
                </a:lnTo>
                <a:lnTo>
                  <a:pt x="220" y="144"/>
                </a:lnTo>
                <a:lnTo>
                  <a:pt x="238" y="132"/>
                </a:lnTo>
                <a:lnTo>
                  <a:pt x="257" y="121"/>
                </a:lnTo>
                <a:lnTo>
                  <a:pt x="276" y="111"/>
                </a:lnTo>
                <a:lnTo>
                  <a:pt x="296" y="103"/>
                </a:lnTo>
                <a:lnTo>
                  <a:pt x="317" y="96"/>
                </a:lnTo>
                <a:lnTo>
                  <a:pt x="338" y="90"/>
                </a:lnTo>
                <a:lnTo>
                  <a:pt x="360" y="85"/>
                </a:lnTo>
                <a:lnTo>
                  <a:pt x="382" y="82"/>
                </a:lnTo>
                <a:lnTo>
                  <a:pt x="382" y="17"/>
                </a:lnTo>
                <a:lnTo>
                  <a:pt x="382" y="13"/>
                </a:lnTo>
                <a:lnTo>
                  <a:pt x="384" y="9"/>
                </a:lnTo>
                <a:lnTo>
                  <a:pt x="387" y="5"/>
                </a:lnTo>
                <a:lnTo>
                  <a:pt x="390" y="2"/>
                </a:lnTo>
                <a:lnTo>
                  <a:pt x="395" y="1"/>
                </a:lnTo>
                <a:lnTo>
                  <a:pt x="399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21" name="Group 59">
            <a:extLst>
              <a:ext uri="{FF2B5EF4-FFF2-40B4-BE49-F238E27FC236}">
                <a16:creationId xmlns:a16="http://schemas.microsoft.com/office/drawing/2014/main" id="{21F15AA9-A367-EDD2-A541-C4C55025115F}"/>
              </a:ext>
            </a:extLst>
          </p:cNvPr>
          <p:cNvGrpSpPr/>
          <p:nvPr/>
        </p:nvGrpSpPr>
        <p:grpSpPr>
          <a:xfrm>
            <a:off x="5852648" y="3829866"/>
            <a:ext cx="553761" cy="765639"/>
            <a:chOff x="4075113" y="1909763"/>
            <a:chExt cx="247650" cy="360363"/>
          </a:xfrm>
          <a:solidFill>
            <a:schemeClr val="bg1"/>
          </a:solidFill>
        </p:grpSpPr>
        <p:sp>
          <p:nvSpPr>
            <p:cNvPr id="22" name="Freeform 78">
              <a:extLst>
                <a:ext uri="{FF2B5EF4-FFF2-40B4-BE49-F238E27FC236}">
                  <a16:creationId xmlns:a16="http://schemas.microsoft.com/office/drawing/2014/main" id="{477F887B-99EF-C3D6-F402-0DA932D281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75113" y="1909763"/>
              <a:ext cx="247650" cy="360363"/>
            </a:xfrm>
            <a:custGeom>
              <a:avLst/>
              <a:gdLst/>
              <a:ahLst/>
              <a:cxnLst>
                <a:cxn ang="0">
                  <a:pos x="42" y="0"/>
                </a:cxn>
                <a:cxn ang="0">
                  <a:pos x="0" y="42"/>
                </a:cxn>
                <a:cxn ang="0">
                  <a:pos x="19" y="88"/>
                </a:cxn>
                <a:cxn ang="0">
                  <a:pos x="42" y="123"/>
                </a:cxn>
                <a:cxn ang="0">
                  <a:pos x="65" y="88"/>
                </a:cxn>
                <a:cxn ang="0">
                  <a:pos x="85" y="42"/>
                </a:cxn>
                <a:cxn ang="0">
                  <a:pos x="42" y="0"/>
                </a:cxn>
                <a:cxn ang="0">
                  <a:pos x="52" y="104"/>
                </a:cxn>
                <a:cxn ang="0">
                  <a:pos x="33" y="106"/>
                </a:cxn>
                <a:cxn ang="0">
                  <a:pos x="31" y="99"/>
                </a:cxn>
                <a:cxn ang="0">
                  <a:pos x="31" y="99"/>
                </a:cxn>
                <a:cxn ang="0">
                  <a:pos x="55" y="96"/>
                </a:cxn>
                <a:cxn ang="0">
                  <a:pos x="54" y="99"/>
                </a:cxn>
                <a:cxn ang="0">
                  <a:pos x="52" y="104"/>
                </a:cxn>
                <a:cxn ang="0">
                  <a:pos x="30" y="95"/>
                </a:cxn>
                <a:cxn ang="0">
                  <a:pos x="27" y="88"/>
                </a:cxn>
                <a:cxn ang="0">
                  <a:pos x="57" y="88"/>
                </a:cxn>
                <a:cxn ang="0">
                  <a:pos x="56" y="92"/>
                </a:cxn>
                <a:cxn ang="0">
                  <a:pos x="30" y="95"/>
                </a:cxn>
                <a:cxn ang="0">
                  <a:pos x="42" y="115"/>
                </a:cxn>
                <a:cxn ang="0">
                  <a:pos x="35" y="110"/>
                </a:cxn>
                <a:cxn ang="0">
                  <a:pos x="51" y="108"/>
                </a:cxn>
                <a:cxn ang="0">
                  <a:pos x="42" y="115"/>
                </a:cxn>
                <a:cxn ang="0">
                  <a:pos x="60" y="80"/>
                </a:cxn>
                <a:cxn ang="0">
                  <a:pos x="24" y="80"/>
                </a:cxn>
                <a:cxn ang="0">
                  <a:pos x="18" y="68"/>
                </a:cxn>
                <a:cxn ang="0">
                  <a:pos x="8" y="42"/>
                </a:cxn>
                <a:cxn ang="0">
                  <a:pos x="42" y="8"/>
                </a:cxn>
                <a:cxn ang="0">
                  <a:pos x="77" y="42"/>
                </a:cxn>
                <a:cxn ang="0">
                  <a:pos x="67" y="68"/>
                </a:cxn>
                <a:cxn ang="0">
                  <a:pos x="60" y="80"/>
                </a:cxn>
                <a:cxn ang="0">
                  <a:pos x="60" y="80"/>
                </a:cxn>
                <a:cxn ang="0">
                  <a:pos x="60" y="80"/>
                </a:cxn>
              </a:cxnLst>
              <a:rect l="0" t="0" r="r" b="b"/>
              <a:pathLst>
                <a:path w="85" h="123">
                  <a:moveTo>
                    <a:pt x="42" y="0"/>
                  </a:moveTo>
                  <a:cubicBezTo>
                    <a:pt x="19" y="0"/>
                    <a:pt x="0" y="19"/>
                    <a:pt x="0" y="42"/>
                  </a:cubicBezTo>
                  <a:cubicBezTo>
                    <a:pt x="0" y="57"/>
                    <a:pt x="14" y="74"/>
                    <a:pt x="19" y="88"/>
                  </a:cubicBezTo>
                  <a:cubicBezTo>
                    <a:pt x="27" y="110"/>
                    <a:pt x="26" y="123"/>
                    <a:pt x="42" y="123"/>
                  </a:cubicBezTo>
                  <a:cubicBezTo>
                    <a:pt x="59" y="123"/>
                    <a:pt x="58" y="110"/>
                    <a:pt x="65" y="88"/>
                  </a:cubicBezTo>
                  <a:cubicBezTo>
                    <a:pt x="70" y="74"/>
                    <a:pt x="85" y="57"/>
                    <a:pt x="85" y="42"/>
                  </a:cubicBezTo>
                  <a:cubicBezTo>
                    <a:pt x="85" y="19"/>
                    <a:pt x="66" y="0"/>
                    <a:pt x="42" y="0"/>
                  </a:cubicBezTo>
                  <a:close/>
                  <a:moveTo>
                    <a:pt x="52" y="104"/>
                  </a:moveTo>
                  <a:cubicBezTo>
                    <a:pt x="33" y="106"/>
                    <a:pt x="33" y="106"/>
                    <a:pt x="33" y="106"/>
                  </a:cubicBezTo>
                  <a:cubicBezTo>
                    <a:pt x="33" y="104"/>
                    <a:pt x="32" y="102"/>
                    <a:pt x="31" y="99"/>
                  </a:cubicBezTo>
                  <a:cubicBezTo>
                    <a:pt x="31" y="99"/>
                    <a:pt x="31" y="99"/>
                    <a:pt x="31" y="99"/>
                  </a:cubicBezTo>
                  <a:cubicBezTo>
                    <a:pt x="55" y="96"/>
                    <a:pt x="55" y="96"/>
                    <a:pt x="55" y="96"/>
                  </a:cubicBezTo>
                  <a:cubicBezTo>
                    <a:pt x="54" y="97"/>
                    <a:pt x="54" y="98"/>
                    <a:pt x="54" y="99"/>
                  </a:cubicBezTo>
                  <a:cubicBezTo>
                    <a:pt x="53" y="101"/>
                    <a:pt x="53" y="103"/>
                    <a:pt x="52" y="104"/>
                  </a:cubicBezTo>
                  <a:close/>
                  <a:moveTo>
                    <a:pt x="30" y="95"/>
                  </a:moveTo>
                  <a:cubicBezTo>
                    <a:pt x="29" y="93"/>
                    <a:pt x="28" y="91"/>
                    <a:pt x="27" y="88"/>
                  </a:cubicBezTo>
                  <a:cubicBezTo>
                    <a:pt x="57" y="88"/>
                    <a:pt x="57" y="88"/>
                    <a:pt x="57" y="88"/>
                  </a:cubicBezTo>
                  <a:cubicBezTo>
                    <a:pt x="57" y="89"/>
                    <a:pt x="56" y="91"/>
                    <a:pt x="56" y="92"/>
                  </a:cubicBezTo>
                  <a:lnTo>
                    <a:pt x="30" y="95"/>
                  </a:lnTo>
                  <a:close/>
                  <a:moveTo>
                    <a:pt x="42" y="115"/>
                  </a:moveTo>
                  <a:cubicBezTo>
                    <a:pt x="38" y="115"/>
                    <a:pt x="37" y="114"/>
                    <a:pt x="35" y="110"/>
                  </a:cubicBezTo>
                  <a:cubicBezTo>
                    <a:pt x="51" y="108"/>
                    <a:pt x="51" y="108"/>
                    <a:pt x="51" y="108"/>
                  </a:cubicBezTo>
                  <a:cubicBezTo>
                    <a:pt x="49" y="114"/>
                    <a:pt x="47" y="115"/>
                    <a:pt x="42" y="115"/>
                  </a:cubicBezTo>
                  <a:close/>
                  <a:moveTo>
                    <a:pt x="60" y="80"/>
                  </a:moveTo>
                  <a:cubicBezTo>
                    <a:pt x="24" y="80"/>
                    <a:pt x="24" y="80"/>
                    <a:pt x="24" y="80"/>
                  </a:cubicBezTo>
                  <a:cubicBezTo>
                    <a:pt x="23" y="76"/>
                    <a:pt x="20" y="72"/>
                    <a:pt x="18" y="68"/>
                  </a:cubicBezTo>
                  <a:cubicBezTo>
                    <a:pt x="13" y="59"/>
                    <a:pt x="8" y="50"/>
                    <a:pt x="8" y="42"/>
                  </a:cubicBezTo>
                  <a:cubicBezTo>
                    <a:pt x="8" y="23"/>
                    <a:pt x="23" y="8"/>
                    <a:pt x="42" y="8"/>
                  </a:cubicBezTo>
                  <a:cubicBezTo>
                    <a:pt x="61" y="8"/>
                    <a:pt x="77" y="23"/>
                    <a:pt x="77" y="42"/>
                  </a:cubicBezTo>
                  <a:cubicBezTo>
                    <a:pt x="77" y="50"/>
                    <a:pt x="72" y="59"/>
                    <a:pt x="67" y="68"/>
                  </a:cubicBezTo>
                  <a:cubicBezTo>
                    <a:pt x="64" y="72"/>
                    <a:pt x="62" y="76"/>
                    <a:pt x="60" y="80"/>
                  </a:cubicBezTo>
                  <a:close/>
                  <a:moveTo>
                    <a:pt x="60" y="80"/>
                  </a:moveTo>
                  <a:cubicBezTo>
                    <a:pt x="60" y="80"/>
                    <a:pt x="60" y="80"/>
                    <a:pt x="60" y="8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3" name="Freeform 79">
              <a:extLst>
                <a:ext uri="{FF2B5EF4-FFF2-40B4-BE49-F238E27FC236}">
                  <a16:creationId xmlns:a16="http://schemas.microsoft.com/office/drawing/2014/main" id="{5B004A4F-7A2F-B35C-DD24-257E702D425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30675" y="1965326"/>
              <a:ext cx="73025" cy="73025"/>
            </a:xfrm>
            <a:custGeom>
              <a:avLst/>
              <a:gdLst/>
              <a:ahLst/>
              <a:cxnLst>
                <a:cxn ang="0">
                  <a:pos x="23" y="0"/>
                </a:cxn>
                <a:cxn ang="0">
                  <a:pos x="0" y="23"/>
                </a:cxn>
                <a:cxn ang="0">
                  <a:pos x="2" y="25"/>
                </a:cxn>
                <a:cxn ang="0">
                  <a:pos x="4" y="23"/>
                </a:cxn>
                <a:cxn ang="0">
                  <a:pos x="23" y="4"/>
                </a:cxn>
                <a:cxn ang="0">
                  <a:pos x="25" y="2"/>
                </a:cxn>
                <a:cxn ang="0">
                  <a:pos x="23" y="0"/>
                </a:cxn>
                <a:cxn ang="0">
                  <a:pos x="23" y="0"/>
                </a:cxn>
                <a:cxn ang="0">
                  <a:pos x="23" y="0"/>
                </a:cxn>
              </a:cxnLst>
              <a:rect l="0" t="0" r="r" b="b"/>
              <a:pathLst>
                <a:path w="25" h="25">
                  <a:moveTo>
                    <a:pt x="23" y="0"/>
                  </a:moveTo>
                  <a:cubicBezTo>
                    <a:pt x="11" y="0"/>
                    <a:pt x="0" y="10"/>
                    <a:pt x="0" y="23"/>
                  </a:cubicBezTo>
                  <a:cubicBezTo>
                    <a:pt x="0" y="24"/>
                    <a:pt x="1" y="25"/>
                    <a:pt x="2" y="25"/>
                  </a:cubicBezTo>
                  <a:cubicBezTo>
                    <a:pt x="3" y="25"/>
                    <a:pt x="4" y="24"/>
                    <a:pt x="4" y="23"/>
                  </a:cubicBezTo>
                  <a:cubicBezTo>
                    <a:pt x="4" y="12"/>
                    <a:pt x="13" y="4"/>
                    <a:pt x="23" y="4"/>
                  </a:cubicBezTo>
                  <a:cubicBezTo>
                    <a:pt x="24" y="4"/>
                    <a:pt x="25" y="3"/>
                    <a:pt x="25" y="2"/>
                  </a:cubicBezTo>
                  <a:cubicBezTo>
                    <a:pt x="25" y="1"/>
                    <a:pt x="24" y="0"/>
                    <a:pt x="23" y="0"/>
                  </a:cubicBezTo>
                  <a:close/>
                  <a:moveTo>
                    <a:pt x="23" y="0"/>
                  </a:moveTo>
                  <a:cubicBezTo>
                    <a:pt x="23" y="0"/>
                    <a:pt x="23" y="0"/>
                    <a:pt x="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</p:grpSp>
      <p:pic>
        <p:nvPicPr>
          <p:cNvPr id="25" name="Ábra 24" descr="Vak egyszínű kitöltéssel">
            <a:extLst>
              <a:ext uri="{FF2B5EF4-FFF2-40B4-BE49-F238E27FC236}">
                <a16:creationId xmlns:a16="http://schemas.microsoft.com/office/drawing/2014/main" id="{06E063AA-E078-F52D-01AC-20827FFD0D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83429" y="3755485"/>
            <a:ext cx="914400" cy="914400"/>
          </a:xfrm>
          <a:prstGeom prst="rect">
            <a:avLst/>
          </a:prstGeom>
        </p:spPr>
      </p:pic>
      <p:pic>
        <p:nvPicPr>
          <p:cNvPr id="27" name="Ábra 26" descr="Mérőeszköz egyszínű kitöltéssel">
            <a:extLst>
              <a:ext uri="{FF2B5EF4-FFF2-40B4-BE49-F238E27FC236}">
                <a16:creationId xmlns:a16="http://schemas.microsoft.com/office/drawing/2014/main" id="{8516F3A9-E022-5F17-3C99-C83B1FC2D2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92475" y="3737556"/>
            <a:ext cx="1039876" cy="1039876"/>
          </a:xfrm>
          <a:prstGeom prst="rect">
            <a:avLst/>
          </a:prstGeom>
        </p:spPr>
      </p:pic>
      <p:pic>
        <p:nvPicPr>
          <p:cNvPr id="29" name="Ábra 28" descr="Figyelmeztetés egyszínű kitöltéssel">
            <a:extLst>
              <a:ext uri="{FF2B5EF4-FFF2-40B4-BE49-F238E27FC236}">
                <a16:creationId xmlns:a16="http://schemas.microsoft.com/office/drawing/2014/main" id="{6CB2E2E6-975E-6617-C4A5-AA259B0E2C8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75710" y="1281029"/>
            <a:ext cx="813586" cy="813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1895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defTabSz="1219170"/>
            <a:r>
              <a:rPr lang="en-US" sz="4800" b="1" noProof="0">
                <a:solidFill>
                  <a:srgbClr val="3DB2C4"/>
                </a:solidFill>
                <a:latin typeface="Roboto "/>
                <a:ea typeface="Roboto Light" panose="02000000000000000000" pitchFamily="2" charset="0"/>
              </a:rPr>
              <a:t>COMPLIANCE REQUIREMENTS</a:t>
            </a:r>
            <a:endParaRPr lang="en-US" sz="3200" b="1" noProof="0">
              <a:solidFill>
                <a:srgbClr val="3DB2C4"/>
              </a:solidFill>
              <a:latin typeface="Roboto "/>
              <a:ea typeface="Roboto Light" panose="02000000000000000000" pitchFamily="2" charset="0"/>
            </a:endParaRPr>
          </a:p>
        </p:txBody>
      </p:sp>
      <p:sp>
        <p:nvSpPr>
          <p:cNvPr id="32" name="Oval 31"/>
          <p:cNvSpPr/>
          <p:nvPr/>
        </p:nvSpPr>
        <p:spPr>
          <a:xfrm rot="5400000">
            <a:off x="4883569" y="2061144"/>
            <a:ext cx="1003760" cy="100380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sz="2400" b="1"/>
          </a:p>
        </p:txBody>
      </p:sp>
      <p:sp>
        <p:nvSpPr>
          <p:cNvPr id="33" name="Isosceles Triangle 32"/>
          <p:cNvSpPr/>
          <p:nvPr/>
        </p:nvSpPr>
        <p:spPr>
          <a:xfrm rot="16200000" flipH="1">
            <a:off x="4356528" y="2419116"/>
            <a:ext cx="333925" cy="287867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4" name="Freeform 6"/>
          <p:cNvSpPr>
            <a:spLocks/>
          </p:cNvSpPr>
          <p:nvPr/>
        </p:nvSpPr>
        <p:spPr bwMode="auto">
          <a:xfrm>
            <a:off x="5223007" y="2306703"/>
            <a:ext cx="324885" cy="512691"/>
          </a:xfrm>
          <a:custGeom>
            <a:avLst/>
            <a:gdLst/>
            <a:ahLst/>
            <a:cxnLst>
              <a:cxn ang="0">
                <a:pos x="168" y="17"/>
              </a:cxn>
              <a:cxn ang="0">
                <a:pos x="183" y="37"/>
              </a:cxn>
              <a:cxn ang="0">
                <a:pos x="202" y="46"/>
              </a:cxn>
              <a:cxn ang="0">
                <a:pos x="238" y="66"/>
              </a:cxn>
              <a:cxn ang="0">
                <a:pos x="266" y="94"/>
              </a:cxn>
              <a:cxn ang="0">
                <a:pos x="286" y="129"/>
              </a:cxn>
              <a:cxn ang="0">
                <a:pos x="299" y="173"/>
              </a:cxn>
              <a:cxn ang="0">
                <a:pos x="300" y="220"/>
              </a:cxn>
              <a:cxn ang="0">
                <a:pos x="291" y="265"/>
              </a:cxn>
              <a:cxn ang="0">
                <a:pos x="272" y="330"/>
              </a:cxn>
              <a:cxn ang="0">
                <a:pos x="261" y="382"/>
              </a:cxn>
              <a:cxn ang="0">
                <a:pos x="270" y="393"/>
              </a:cxn>
              <a:cxn ang="0">
                <a:pos x="278" y="401"/>
              </a:cxn>
              <a:cxn ang="0">
                <a:pos x="283" y="410"/>
              </a:cxn>
              <a:cxn ang="0">
                <a:pos x="292" y="417"/>
              </a:cxn>
              <a:cxn ang="0">
                <a:pos x="41" y="475"/>
              </a:cxn>
              <a:cxn ang="0">
                <a:pos x="44" y="414"/>
              </a:cxn>
              <a:cxn ang="0">
                <a:pos x="54" y="409"/>
              </a:cxn>
              <a:cxn ang="0">
                <a:pos x="57" y="398"/>
              </a:cxn>
              <a:cxn ang="0">
                <a:pos x="67" y="393"/>
              </a:cxn>
              <a:cxn ang="0">
                <a:pos x="68" y="371"/>
              </a:cxn>
              <a:cxn ang="0">
                <a:pos x="73" y="337"/>
              </a:cxn>
              <a:cxn ang="0">
                <a:pos x="88" y="305"/>
              </a:cxn>
              <a:cxn ang="0">
                <a:pos x="117" y="262"/>
              </a:cxn>
              <a:cxn ang="0">
                <a:pos x="155" y="220"/>
              </a:cxn>
              <a:cxn ang="0">
                <a:pos x="164" y="211"/>
              </a:cxn>
              <a:cxn ang="0">
                <a:pos x="135" y="212"/>
              </a:cxn>
              <a:cxn ang="0">
                <a:pos x="109" y="206"/>
              </a:cxn>
              <a:cxn ang="0">
                <a:pos x="92" y="205"/>
              </a:cxn>
              <a:cxn ang="0">
                <a:pos x="78" y="214"/>
              </a:cxn>
              <a:cxn ang="0">
                <a:pos x="55" y="229"/>
              </a:cxn>
              <a:cxn ang="0">
                <a:pos x="31" y="229"/>
              </a:cxn>
              <a:cxn ang="0">
                <a:pos x="12" y="220"/>
              </a:cxn>
              <a:cxn ang="0">
                <a:pos x="3" y="205"/>
              </a:cxn>
              <a:cxn ang="0">
                <a:pos x="0" y="190"/>
              </a:cxn>
              <a:cxn ang="0">
                <a:pos x="0" y="176"/>
              </a:cxn>
              <a:cxn ang="0">
                <a:pos x="2" y="166"/>
              </a:cxn>
              <a:cxn ang="0">
                <a:pos x="11" y="158"/>
              </a:cxn>
              <a:cxn ang="0">
                <a:pos x="65" y="111"/>
              </a:cxn>
              <a:cxn ang="0">
                <a:pos x="81" y="90"/>
              </a:cxn>
              <a:cxn ang="0">
                <a:pos x="96" y="79"/>
              </a:cxn>
              <a:cxn ang="0">
                <a:pos x="116" y="71"/>
              </a:cxn>
              <a:cxn ang="0">
                <a:pos x="123" y="65"/>
              </a:cxn>
              <a:cxn ang="0">
                <a:pos x="125" y="54"/>
              </a:cxn>
              <a:cxn ang="0">
                <a:pos x="139" y="46"/>
              </a:cxn>
              <a:cxn ang="0">
                <a:pos x="148" y="42"/>
              </a:cxn>
              <a:cxn ang="0">
                <a:pos x="150" y="32"/>
              </a:cxn>
              <a:cxn ang="0">
                <a:pos x="150" y="8"/>
              </a:cxn>
            </a:cxnLst>
            <a:rect l="0" t="0" r="r" b="b"/>
            <a:pathLst>
              <a:path w="301" h="475">
                <a:moveTo>
                  <a:pt x="151" y="0"/>
                </a:moveTo>
                <a:lnTo>
                  <a:pt x="157" y="6"/>
                </a:lnTo>
                <a:lnTo>
                  <a:pt x="163" y="11"/>
                </a:lnTo>
                <a:lnTo>
                  <a:pt x="168" y="17"/>
                </a:lnTo>
                <a:lnTo>
                  <a:pt x="173" y="23"/>
                </a:lnTo>
                <a:lnTo>
                  <a:pt x="177" y="29"/>
                </a:lnTo>
                <a:lnTo>
                  <a:pt x="181" y="35"/>
                </a:lnTo>
                <a:lnTo>
                  <a:pt x="183" y="37"/>
                </a:lnTo>
                <a:lnTo>
                  <a:pt x="185" y="40"/>
                </a:lnTo>
                <a:lnTo>
                  <a:pt x="188" y="42"/>
                </a:lnTo>
                <a:lnTo>
                  <a:pt x="191" y="43"/>
                </a:lnTo>
                <a:lnTo>
                  <a:pt x="202" y="46"/>
                </a:lnTo>
                <a:lnTo>
                  <a:pt x="212" y="50"/>
                </a:lnTo>
                <a:lnTo>
                  <a:pt x="221" y="55"/>
                </a:lnTo>
                <a:lnTo>
                  <a:pt x="230" y="60"/>
                </a:lnTo>
                <a:lnTo>
                  <a:pt x="238" y="66"/>
                </a:lnTo>
                <a:lnTo>
                  <a:pt x="246" y="72"/>
                </a:lnTo>
                <a:lnTo>
                  <a:pt x="253" y="79"/>
                </a:lnTo>
                <a:lnTo>
                  <a:pt x="260" y="86"/>
                </a:lnTo>
                <a:lnTo>
                  <a:pt x="266" y="94"/>
                </a:lnTo>
                <a:lnTo>
                  <a:pt x="272" y="102"/>
                </a:lnTo>
                <a:lnTo>
                  <a:pt x="277" y="111"/>
                </a:lnTo>
                <a:lnTo>
                  <a:pt x="282" y="120"/>
                </a:lnTo>
                <a:lnTo>
                  <a:pt x="286" y="129"/>
                </a:lnTo>
                <a:lnTo>
                  <a:pt x="290" y="139"/>
                </a:lnTo>
                <a:lnTo>
                  <a:pt x="294" y="150"/>
                </a:lnTo>
                <a:lnTo>
                  <a:pt x="297" y="161"/>
                </a:lnTo>
                <a:lnTo>
                  <a:pt x="299" y="173"/>
                </a:lnTo>
                <a:lnTo>
                  <a:pt x="300" y="185"/>
                </a:lnTo>
                <a:lnTo>
                  <a:pt x="301" y="196"/>
                </a:lnTo>
                <a:lnTo>
                  <a:pt x="301" y="208"/>
                </a:lnTo>
                <a:lnTo>
                  <a:pt x="300" y="220"/>
                </a:lnTo>
                <a:lnTo>
                  <a:pt x="299" y="231"/>
                </a:lnTo>
                <a:lnTo>
                  <a:pt x="297" y="242"/>
                </a:lnTo>
                <a:lnTo>
                  <a:pt x="294" y="254"/>
                </a:lnTo>
                <a:lnTo>
                  <a:pt x="291" y="265"/>
                </a:lnTo>
                <a:lnTo>
                  <a:pt x="288" y="277"/>
                </a:lnTo>
                <a:lnTo>
                  <a:pt x="285" y="288"/>
                </a:lnTo>
                <a:lnTo>
                  <a:pt x="278" y="309"/>
                </a:lnTo>
                <a:lnTo>
                  <a:pt x="272" y="330"/>
                </a:lnTo>
                <a:lnTo>
                  <a:pt x="267" y="351"/>
                </a:lnTo>
                <a:lnTo>
                  <a:pt x="262" y="372"/>
                </a:lnTo>
                <a:lnTo>
                  <a:pt x="261" y="377"/>
                </a:lnTo>
                <a:lnTo>
                  <a:pt x="261" y="382"/>
                </a:lnTo>
                <a:lnTo>
                  <a:pt x="261" y="387"/>
                </a:lnTo>
                <a:lnTo>
                  <a:pt x="261" y="393"/>
                </a:lnTo>
                <a:lnTo>
                  <a:pt x="267" y="393"/>
                </a:lnTo>
                <a:lnTo>
                  <a:pt x="270" y="393"/>
                </a:lnTo>
                <a:lnTo>
                  <a:pt x="273" y="394"/>
                </a:lnTo>
                <a:lnTo>
                  <a:pt x="275" y="396"/>
                </a:lnTo>
                <a:lnTo>
                  <a:pt x="277" y="398"/>
                </a:lnTo>
                <a:lnTo>
                  <a:pt x="278" y="401"/>
                </a:lnTo>
                <a:lnTo>
                  <a:pt x="279" y="404"/>
                </a:lnTo>
                <a:lnTo>
                  <a:pt x="279" y="409"/>
                </a:lnTo>
                <a:lnTo>
                  <a:pt x="280" y="409"/>
                </a:lnTo>
                <a:lnTo>
                  <a:pt x="283" y="410"/>
                </a:lnTo>
                <a:lnTo>
                  <a:pt x="286" y="411"/>
                </a:lnTo>
                <a:lnTo>
                  <a:pt x="288" y="412"/>
                </a:lnTo>
                <a:lnTo>
                  <a:pt x="290" y="414"/>
                </a:lnTo>
                <a:lnTo>
                  <a:pt x="292" y="417"/>
                </a:lnTo>
                <a:lnTo>
                  <a:pt x="293" y="419"/>
                </a:lnTo>
                <a:lnTo>
                  <a:pt x="293" y="423"/>
                </a:lnTo>
                <a:lnTo>
                  <a:pt x="293" y="475"/>
                </a:lnTo>
                <a:lnTo>
                  <a:pt x="41" y="475"/>
                </a:lnTo>
                <a:lnTo>
                  <a:pt x="41" y="423"/>
                </a:lnTo>
                <a:lnTo>
                  <a:pt x="41" y="419"/>
                </a:lnTo>
                <a:lnTo>
                  <a:pt x="42" y="417"/>
                </a:lnTo>
                <a:lnTo>
                  <a:pt x="44" y="414"/>
                </a:lnTo>
                <a:lnTo>
                  <a:pt x="46" y="412"/>
                </a:lnTo>
                <a:lnTo>
                  <a:pt x="48" y="411"/>
                </a:lnTo>
                <a:lnTo>
                  <a:pt x="51" y="410"/>
                </a:lnTo>
                <a:lnTo>
                  <a:pt x="54" y="409"/>
                </a:lnTo>
                <a:lnTo>
                  <a:pt x="56" y="409"/>
                </a:lnTo>
                <a:lnTo>
                  <a:pt x="56" y="404"/>
                </a:lnTo>
                <a:lnTo>
                  <a:pt x="56" y="401"/>
                </a:lnTo>
                <a:lnTo>
                  <a:pt x="57" y="398"/>
                </a:lnTo>
                <a:lnTo>
                  <a:pt x="59" y="396"/>
                </a:lnTo>
                <a:lnTo>
                  <a:pt x="62" y="394"/>
                </a:lnTo>
                <a:lnTo>
                  <a:pt x="64" y="393"/>
                </a:lnTo>
                <a:lnTo>
                  <a:pt x="67" y="393"/>
                </a:lnTo>
                <a:lnTo>
                  <a:pt x="70" y="393"/>
                </a:lnTo>
                <a:lnTo>
                  <a:pt x="69" y="385"/>
                </a:lnTo>
                <a:lnTo>
                  <a:pt x="68" y="378"/>
                </a:lnTo>
                <a:lnTo>
                  <a:pt x="68" y="371"/>
                </a:lnTo>
                <a:lnTo>
                  <a:pt x="68" y="362"/>
                </a:lnTo>
                <a:lnTo>
                  <a:pt x="69" y="353"/>
                </a:lnTo>
                <a:lnTo>
                  <a:pt x="71" y="345"/>
                </a:lnTo>
                <a:lnTo>
                  <a:pt x="73" y="337"/>
                </a:lnTo>
                <a:lnTo>
                  <a:pt x="76" y="328"/>
                </a:lnTo>
                <a:lnTo>
                  <a:pt x="80" y="320"/>
                </a:lnTo>
                <a:lnTo>
                  <a:pt x="83" y="313"/>
                </a:lnTo>
                <a:lnTo>
                  <a:pt x="88" y="305"/>
                </a:lnTo>
                <a:lnTo>
                  <a:pt x="92" y="297"/>
                </a:lnTo>
                <a:lnTo>
                  <a:pt x="100" y="285"/>
                </a:lnTo>
                <a:lnTo>
                  <a:pt x="108" y="273"/>
                </a:lnTo>
                <a:lnTo>
                  <a:pt x="117" y="262"/>
                </a:lnTo>
                <a:lnTo>
                  <a:pt x="126" y="251"/>
                </a:lnTo>
                <a:lnTo>
                  <a:pt x="135" y="241"/>
                </a:lnTo>
                <a:lnTo>
                  <a:pt x="145" y="230"/>
                </a:lnTo>
                <a:lnTo>
                  <a:pt x="155" y="220"/>
                </a:lnTo>
                <a:lnTo>
                  <a:pt x="157" y="218"/>
                </a:lnTo>
                <a:lnTo>
                  <a:pt x="159" y="216"/>
                </a:lnTo>
                <a:lnTo>
                  <a:pt x="161" y="214"/>
                </a:lnTo>
                <a:lnTo>
                  <a:pt x="164" y="211"/>
                </a:lnTo>
                <a:lnTo>
                  <a:pt x="156" y="212"/>
                </a:lnTo>
                <a:lnTo>
                  <a:pt x="149" y="213"/>
                </a:lnTo>
                <a:lnTo>
                  <a:pt x="142" y="213"/>
                </a:lnTo>
                <a:lnTo>
                  <a:pt x="135" y="212"/>
                </a:lnTo>
                <a:lnTo>
                  <a:pt x="128" y="211"/>
                </a:lnTo>
                <a:lnTo>
                  <a:pt x="122" y="210"/>
                </a:lnTo>
                <a:lnTo>
                  <a:pt x="115" y="208"/>
                </a:lnTo>
                <a:lnTo>
                  <a:pt x="109" y="206"/>
                </a:lnTo>
                <a:lnTo>
                  <a:pt x="104" y="204"/>
                </a:lnTo>
                <a:lnTo>
                  <a:pt x="100" y="204"/>
                </a:lnTo>
                <a:lnTo>
                  <a:pt x="96" y="204"/>
                </a:lnTo>
                <a:lnTo>
                  <a:pt x="92" y="205"/>
                </a:lnTo>
                <a:lnTo>
                  <a:pt x="88" y="206"/>
                </a:lnTo>
                <a:lnTo>
                  <a:pt x="85" y="208"/>
                </a:lnTo>
                <a:lnTo>
                  <a:pt x="81" y="210"/>
                </a:lnTo>
                <a:lnTo>
                  <a:pt x="78" y="214"/>
                </a:lnTo>
                <a:lnTo>
                  <a:pt x="73" y="219"/>
                </a:lnTo>
                <a:lnTo>
                  <a:pt x="67" y="223"/>
                </a:lnTo>
                <a:lnTo>
                  <a:pt x="61" y="226"/>
                </a:lnTo>
                <a:lnTo>
                  <a:pt x="55" y="229"/>
                </a:lnTo>
                <a:lnTo>
                  <a:pt x="50" y="230"/>
                </a:lnTo>
                <a:lnTo>
                  <a:pt x="44" y="231"/>
                </a:lnTo>
                <a:lnTo>
                  <a:pt x="37" y="230"/>
                </a:lnTo>
                <a:lnTo>
                  <a:pt x="31" y="229"/>
                </a:lnTo>
                <a:lnTo>
                  <a:pt x="24" y="227"/>
                </a:lnTo>
                <a:lnTo>
                  <a:pt x="17" y="224"/>
                </a:lnTo>
                <a:lnTo>
                  <a:pt x="14" y="222"/>
                </a:lnTo>
                <a:lnTo>
                  <a:pt x="12" y="220"/>
                </a:lnTo>
                <a:lnTo>
                  <a:pt x="9" y="217"/>
                </a:lnTo>
                <a:lnTo>
                  <a:pt x="7" y="213"/>
                </a:lnTo>
                <a:lnTo>
                  <a:pt x="4" y="209"/>
                </a:lnTo>
                <a:lnTo>
                  <a:pt x="3" y="205"/>
                </a:lnTo>
                <a:lnTo>
                  <a:pt x="1" y="201"/>
                </a:lnTo>
                <a:lnTo>
                  <a:pt x="0" y="197"/>
                </a:lnTo>
                <a:lnTo>
                  <a:pt x="0" y="194"/>
                </a:lnTo>
                <a:lnTo>
                  <a:pt x="0" y="190"/>
                </a:lnTo>
                <a:lnTo>
                  <a:pt x="2" y="184"/>
                </a:lnTo>
                <a:lnTo>
                  <a:pt x="2" y="182"/>
                </a:lnTo>
                <a:lnTo>
                  <a:pt x="1" y="180"/>
                </a:lnTo>
                <a:lnTo>
                  <a:pt x="0" y="176"/>
                </a:lnTo>
                <a:lnTo>
                  <a:pt x="0" y="173"/>
                </a:lnTo>
                <a:lnTo>
                  <a:pt x="0" y="171"/>
                </a:lnTo>
                <a:lnTo>
                  <a:pt x="1" y="168"/>
                </a:lnTo>
                <a:lnTo>
                  <a:pt x="2" y="166"/>
                </a:lnTo>
                <a:lnTo>
                  <a:pt x="4" y="164"/>
                </a:lnTo>
                <a:lnTo>
                  <a:pt x="6" y="162"/>
                </a:lnTo>
                <a:lnTo>
                  <a:pt x="8" y="160"/>
                </a:lnTo>
                <a:lnTo>
                  <a:pt x="11" y="158"/>
                </a:lnTo>
                <a:lnTo>
                  <a:pt x="27" y="144"/>
                </a:lnTo>
                <a:lnTo>
                  <a:pt x="44" y="130"/>
                </a:lnTo>
                <a:lnTo>
                  <a:pt x="60" y="115"/>
                </a:lnTo>
                <a:lnTo>
                  <a:pt x="65" y="111"/>
                </a:lnTo>
                <a:lnTo>
                  <a:pt x="69" y="106"/>
                </a:lnTo>
                <a:lnTo>
                  <a:pt x="73" y="100"/>
                </a:lnTo>
                <a:lnTo>
                  <a:pt x="77" y="95"/>
                </a:lnTo>
                <a:lnTo>
                  <a:pt x="81" y="90"/>
                </a:lnTo>
                <a:lnTo>
                  <a:pt x="86" y="85"/>
                </a:lnTo>
                <a:lnTo>
                  <a:pt x="89" y="83"/>
                </a:lnTo>
                <a:lnTo>
                  <a:pt x="92" y="81"/>
                </a:lnTo>
                <a:lnTo>
                  <a:pt x="96" y="79"/>
                </a:lnTo>
                <a:lnTo>
                  <a:pt x="100" y="77"/>
                </a:lnTo>
                <a:lnTo>
                  <a:pt x="108" y="74"/>
                </a:lnTo>
                <a:lnTo>
                  <a:pt x="112" y="72"/>
                </a:lnTo>
                <a:lnTo>
                  <a:pt x="116" y="71"/>
                </a:lnTo>
                <a:lnTo>
                  <a:pt x="118" y="70"/>
                </a:lnTo>
                <a:lnTo>
                  <a:pt x="120" y="68"/>
                </a:lnTo>
                <a:lnTo>
                  <a:pt x="122" y="67"/>
                </a:lnTo>
                <a:lnTo>
                  <a:pt x="123" y="65"/>
                </a:lnTo>
                <a:lnTo>
                  <a:pt x="124" y="63"/>
                </a:lnTo>
                <a:lnTo>
                  <a:pt x="124" y="60"/>
                </a:lnTo>
                <a:lnTo>
                  <a:pt x="124" y="57"/>
                </a:lnTo>
                <a:lnTo>
                  <a:pt x="125" y="54"/>
                </a:lnTo>
                <a:lnTo>
                  <a:pt x="125" y="49"/>
                </a:lnTo>
                <a:lnTo>
                  <a:pt x="129" y="48"/>
                </a:lnTo>
                <a:lnTo>
                  <a:pt x="134" y="46"/>
                </a:lnTo>
                <a:lnTo>
                  <a:pt x="139" y="46"/>
                </a:lnTo>
                <a:lnTo>
                  <a:pt x="142" y="45"/>
                </a:lnTo>
                <a:lnTo>
                  <a:pt x="145" y="44"/>
                </a:lnTo>
                <a:lnTo>
                  <a:pt x="147" y="43"/>
                </a:lnTo>
                <a:lnTo>
                  <a:pt x="148" y="42"/>
                </a:lnTo>
                <a:lnTo>
                  <a:pt x="149" y="40"/>
                </a:lnTo>
                <a:lnTo>
                  <a:pt x="150" y="38"/>
                </a:lnTo>
                <a:lnTo>
                  <a:pt x="150" y="35"/>
                </a:lnTo>
                <a:lnTo>
                  <a:pt x="150" y="32"/>
                </a:lnTo>
                <a:lnTo>
                  <a:pt x="149" y="23"/>
                </a:lnTo>
                <a:lnTo>
                  <a:pt x="149" y="14"/>
                </a:lnTo>
                <a:lnTo>
                  <a:pt x="150" y="12"/>
                </a:lnTo>
                <a:lnTo>
                  <a:pt x="150" y="8"/>
                </a:lnTo>
                <a:lnTo>
                  <a:pt x="150" y="5"/>
                </a:lnTo>
                <a:lnTo>
                  <a:pt x="151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sp>
        <p:nvSpPr>
          <p:cNvPr id="35" name="Rectangle 34"/>
          <p:cNvSpPr/>
          <p:nvPr/>
        </p:nvSpPr>
        <p:spPr>
          <a:xfrm>
            <a:off x="508001" y="1774163"/>
            <a:ext cx="3716359" cy="1591269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2133"/>
              </a:lnSpc>
            </a:pPr>
            <a:r>
              <a:rPr lang="en-US" sz="1867" b="1">
                <a:solidFill>
                  <a:schemeClr val="accent1"/>
                </a:solidFill>
                <a:latin typeface="+mj-lt"/>
              </a:rPr>
              <a:t>Data Privacy</a:t>
            </a:r>
            <a:endParaRPr lang="hu-HU" sz="1867" b="1">
              <a:solidFill>
                <a:schemeClr val="accent1"/>
              </a:solidFill>
              <a:latin typeface="+mj-lt"/>
            </a:endParaRPr>
          </a:p>
          <a:p>
            <a:pPr algn="r">
              <a:lnSpc>
                <a:spcPts val="2133"/>
              </a:lnSpc>
            </a:pPr>
            <a:r>
              <a:rPr lang="en-US" sz="1600"/>
              <a:t>Comply with </a:t>
            </a:r>
            <a:r>
              <a:rPr lang="en-US" sz="1600" b="1"/>
              <a:t>GDPR</a:t>
            </a:r>
            <a:endParaRPr lang="hu-HU" sz="1600" b="1"/>
          </a:p>
          <a:p>
            <a:pPr algn="r">
              <a:lnSpc>
                <a:spcPts val="2133"/>
              </a:lnSpc>
            </a:pPr>
            <a:r>
              <a:rPr lang="en-US" sz="1600"/>
              <a:t>Ensure customer data is collected with explicit, informed </a:t>
            </a:r>
            <a:r>
              <a:rPr lang="en-US" sz="1600" b="1"/>
              <a:t>consent</a:t>
            </a:r>
            <a:endParaRPr lang="hu-HU" sz="1600" b="1"/>
          </a:p>
          <a:p>
            <a:pPr algn="r">
              <a:lnSpc>
                <a:spcPts val="2133"/>
              </a:lnSpc>
            </a:pPr>
            <a:r>
              <a:rPr lang="en-US" sz="1600"/>
              <a:t>Allow users </a:t>
            </a:r>
            <a:r>
              <a:rPr lang="en-US" sz="1600" b="1"/>
              <a:t>to opt out</a:t>
            </a:r>
            <a:r>
              <a:rPr lang="en-US" sz="1600"/>
              <a:t> of profiling and automated targeting</a:t>
            </a:r>
          </a:p>
        </p:txBody>
      </p:sp>
      <p:sp>
        <p:nvSpPr>
          <p:cNvPr id="36" name="Oval 35"/>
          <p:cNvSpPr/>
          <p:nvPr/>
        </p:nvSpPr>
        <p:spPr>
          <a:xfrm rot="5400000">
            <a:off x="4883569" y="3589921"/>
            <a:ext cx="1003760" cy="10038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sz="2400" b="1"/>
          </a:p>
        </p:txBody>
      </p:sp>
      <p:sp>
        <p:nvSpPr>
          <p:cNvPr id="37" name="Isosceles Triangle 36"/>
          <p:cNvSpPr/>
          <p:nvPr/>
        </p:nvSpPr>
        <p:spPr>
          <a:xfrm rot="16200000" flipH="1">
            <a:off x="4356528" y="3947893"/>
            <a:ext cx="333925" cy="287867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8" name="Oval 37"/>
          <p:cNvSpPr/>
          <p:nvPr/>
        </p:nvSpPr>
        <p:spPr>
          <a:xfrm rot="5400000">
            <a:off x="4883569" y="5118699"/>
            <a:ext cx="1003760" cy="100380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sz="2400" b="1"/>
          </a:p>
        </p:txBody>
      </p:sp>
      <p:sp>
        <p:nvSpPr>
          <p:cNvPr id="39" name="Isosceles Triangle 38"/>
          <p:cNvSpPr/>
          <p:nvPr/>
        </p:nvSpPr>
        <p:spPr>
          <a:xfrm rot="16200000" flipH="1">
            <a:off x="4356528" y="5476671"/>
            <a:ext cx="333925" cy="287867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0" name="Oval 39"/>
          <p:cNvSpPr/>
          <p:nvPr/>
        </p:nvSpPr>
        <p:spPr>
          <a:xfrm rot="5400000">
            <a:off x="6425484" y="2061144"/>
            <a:ext cx="1003760" cy="100380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sz="2400" b="1"/>
          </a:p>
        </p:txBody>
      </p:sp>
      <p:sp>
        <p:nvSpPr>
          <p:cNvPr id="41" name="Isosceles Triangle 40"/>
          <p:cNvSpPr/>
          <p:nvPr/>
        </p:nvSpPr>
        <p:spPr>
          <a:xfrm rot="16200000" flipV="1">
            <a:off x="7499372" y="2419116"/>
            <a:ext cx="333925" cy="287867"/>
          </a:xfrm>
          <a:prstGeom prst="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2" name="Oval 41"/>
          <p:cNvSpPr/>
          <p:nvPr/>
        </p:nvSpPr>
        <p:spPr>
          <a:xfrm rot="5400000">
            <a:off x="6425484" y="3589921"/>
            <a:ext cx="1003760" cy="100380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sz="2400" b="1"/>
          </a:p>
        </p:txBody>
      </p:sp>
      <p:sp>
        <p:nvSpPr>
          <p:cNvPr id="43" name="Isosceles Triangle 42"/>
          <p:cNvSpPr/>
          <p:nvPr/>
        </p:nvSpPr>
        <p:spPr>
          <a:xfrm rot="16200000" flipV="1">
            <a:off x="7499372" y="3947893"/>
            <a:ext cx="333925" cy="287867"/>
          </a:xfrm>
          <a:prstGeom prst="triangl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4" name="Oval 43"/>
          <p:cNvSpPr/>
          <p:nvPr/>
        </p:nvSpPr>
        <p:spPr>
          <a:xfrm rot="5400000">
            <a:off x="6425484" y="5118699"/>
            <a:ext cx="1003760" cy="100380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sz="2400" b="1"/>
          </a:p>
        </p:txBody>
      </p:sp>
      <p:sp>
        <p:nvSpPr>
          <p:cNvPr id="45" name="Isosceles Triangle 44"/>
          <p:cNvSpPr/>
          <p:nvPr/>
        </p:nvSpPr>
        <p:spPr>
          <a:xfrm rot="16200000" flipV="1">
            <a:off x="7499372" y="5476671"/>
            <a:ext cx="333925" cy="287867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6" name="Freeform 66"/>
          <p:cNvSpPr>
            <a:spLocks noEditPoints="1"/>
          </p:cNvSpPr>
          <p:nvPr/>
        </p:nvSpPr>
        <p:spPr bwMode="auto">
          <a:xfrm>
            <a:off x="5119992" y="3885925"/>
            <a:ext cx="530915" cy="411800"/>
          </a:xfrm>
          <a:custGeom>
            <a:avLst/>
            <a:gdLst/>
            <a:ahLst/>
            <a:cxnLst>
              <a:cxn ang="0">
                <a:pos x="29" y="41"/>
              </a:cxn>
              <a:cxn ang="0">
                <a:pos x="22" y="40"/>
              </a:cxn>
              <a:cxn ang="0">
                <a:pos x="11" y="45"/>
              </a:cxn>
              <a:cxn ang="0">
                <a:pos x="7" y="46"/>
              </a:cxn>
              <a:cxn ang="0">
                <a:pos x="7" y="46"/>
              </a:cxn>
              <a:cxn ang="0">
                <a:pos x="6" y="45"/>
              </a:cxn>
              <a:cxn ang="0">
                <a:pos x="6" y="43"/>
              </a:cxn>
              <a:cxn ang="0">
                <a:pos x="11" y="36"/>
              </a:cxn>
              <a:cxn ang="0">
                <a:pos x="0" y="20"/>
              </a:cxn>
              <a:cxn ang="0">
                <a:pos x="29" y="0"/>
              </a:cxn>
              <a:cxn ang="0">
                <a:pos x="57" y="20"/>
              </a:cxn>
              <a:cxn ang="0">
                <a:pos x="29" y="41"/>
              </a:cxn>
              <a:cxn ang="0">
                <a:pos x="62" y="47"/>
              </a:cxn>
              <a:cxn ang="0">
                <a:pos x="66" y="53"/>
              </a:cxn>
              <a:cxn ang="0">
                <a:pos x="67" y="55"/>
              </a:cxn>
              <a:cxn ang="0">
                <a:pos x="66" y="56"/>
              </a:cxn>
              <a:cxn ang="0">
                <a:pos x="62" y="55"/>
              </a:cxn>
              <a:cxn ang="0">
                <a:pos x="51" y="50"/>
              </a:cxn>
              <a:cxn ang="0">
                <a:pos x="44" y="51"/>
              </a:cxn>
              <a:cxn ang="0">
                <a:pos x="25" y="46"/>
              </a:cxn>
              <a:cxn ang="0">
                <a:pos x="29" y="46"/>
              </a:cxn>
              <a:cxn ang="0">
                <a:pos x="52" y="39"/>
              </a:cxn>
              <a:cxn ang="0">
                <a:pos x="62" y="20"/>
              </a:cxn>
              <a:cxn ang="0">
                <a:pos x="61" y="14"/>
              </a:cxn>
              <a:cxn ang="0">
                <a:pos x="72" y="30"/>
              </a:cxn>
              <a:cxn ang="0">
                <a:pos x="62" y="47"/>
              </a:cxn>
            </a:cxnLst>
            <a:rect l="0" t="0" r="r" b="b"/>
            <a:pathLst>
              <a:path w="72" h="56">
                <a:moveTo>
                  <a:pt x="29" y="41"/>
                </a:moveTo>
                <a:cubicBezTo>
                  <a:pt x="26" y="41"/>
                  <a:pt x="24" y="40"/>
                  <a:pt x="22" y="40"/>
                </a:cubicBezTo>
                <a:cubicBezTo>
                  <a:pt x="18" y="42"/>
                  <a:pt x="15" y="44"/>
                  <a:pt x="11" y="45"/>
                </a:cubicBezTo>
                <a:cubicBezTo>
                  <a:pt x="9" y="45"/>
                  <a:pt x="8" y="46"/>
                  <a:pt x="7" y="46"/>
                </a:cubicBezTo>
                <a:cubicBezTo>
                  <a:pt x="7" y="46"/>
                  <a:pt x="7" y="46"/>
                  <a:pt x="7" y="46"/>
                </a:cubicBezTo>
                <a:cubicBezTo>
                  <a:pt x="6" y="46"/>
                  <a:pt x="6" y="45"/>
                  <a:pt x="6" y="45"/>
                </a:cubicBezTo>
                <a:cubicBezTo>
                  <a:pt x="5" y="44"/>
                  <a:pt x="6" y="43"/>
                  <a:pt x="6" y="43"/>
                </a:cubicBezTo>
                <a:cubicBezTo>
                  <a:pt x="8" y="41"/>
                  <a:pt x="10" y="40"/>
                  <a:pt x="11" y="36"/>
                </a:cubicBezTo>
                <a:cubicBezTo>
                  <a:pt x="5" y="32"/>
                  <a:pt x="0" y="27"/>
                  <a:pt x="0" y="20"/>
                </a:cubicBezTo>
                <a:cubicBezTo>
                  <a:pt x="0" y="9"/>
                  <a:pt x="13" y="0"/>
                  <a:pt x="29" y="0"/>
                </a:cubicBezTo>
                <a:cubicBezTo>
                  <a:pt x="44" y="0"/>
                  <a:pt x="57" y="9"/>
                  <a:pt x="57" y="20"/>
                </a:cubicBezTo>
                <a:cubicBezTo>
                  <a:pt x="57" y="32"/>
                  <a:pt x="44" y="41"/>
                  <a:pt x="29" y="41"/>
                </a:cubicBezTo>
                <a:close/>
                <a:moveTo>
                  <a:pt x="62" y="47"/>
                </a:moveTo>
                <a:cubicBezTo>
                  <a:pt x="63" y="50"/>
                  <a:pt x="65" y="51"/>
                  <a:pt x="66" y="53"/>
                </a:cubicBezTo>
                <a:cubicBezTo>
                  <a:pt x="67" y="54"/>
                  <a:pt x="67" y="54"/>
                  <a:pt x="67" y="55"/>
                </a:cubicBezTo>
                <a:cubicBezTo>
                  <a:pt x="67" y="56"/>
                  <a:pt x="67" y="56"/>
                  <a:pt x="66" y="56"/>
                </a:cubicBezTo>
                <a:cubicBezTo>
                  <a:pt x="65" y="56"/>
                  <a:pt x="63" y="56"/>
                  <a:pt x="62" y="55"/>
                </a:cubicBezTo>
                <a:cubicBezTo>
                  <a:pt x="58" y="54"/>
                  <a:pt x="55" y="53"/>
                  <a:pt x="51" y="50"/>
                </a:cubicBezTo>
                <a:cubicBezTo>
                  <a:pt x="49" y="51"/>
                  <a:pt x="47" y="51"/>
                  <a:pt x="44" y="51"/>
                </a:cubicBezTo>
                <a:cubicBezTo>
                  <a:pt x="37" y="51"/>
                  <a:pt x="30" y="49"/>
                  <a:pt x="25" y="46"/>
                </a:cubicBezTo>
                <a:cubicBezTo>
                  <a:pt x="26" y="46"/>
                  <a:pt x="28" y="46"/>
                  <a:pt x="29" y="46"/>
                </a:cubicBezTo>
                <a:cubicBezTo>
                  <a:pt x="37" y="46"/>
                  <a:pt x="46" y="43"/>
                  <a:pt x="52" y="39"/>
                </a:cubicBezTo>
                <a:cubicBezTo>
                  <a:pt x="58" y="34"/>
                  <a:pt x="62" y="27"/>
                  <a:pt x="62" y="20"/>
                </a:cubicBezTo>
                <a:cubicBezTo>
                  <a:pt x="62" y="18"/>
                  <a:pt x="62" y="16"/>
                  <a:pt x="61" y="14"/>
                </a:cubicBezTo>
                <a:cubicBezTo>
                  <a:pt x="68" y="18"/>
                  <a:pt x="72" y="24"/>
                  <a:pt x="72" y="30"/>
                </a:cubicBezTo>
                <a:cubicBezTo>
                  <a:pt x="72" y="37"/>
                  <a:pt x="68" y="43"/>
                  <a:pt x="62" y="47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sp>
        <p:nvSpPr>
          <p:cNvPr id="47" name="Freeform 101"/>
          <p:cNvSpPr>
            <a:spLocks noEditPoints="1"/>
          </p:cNvSpPr>
          <p:nvPr/>
        </p:nvSpPr>
        <p:spPr bwMode="auto">
          <a:xfrm>
            <a:off x="5090323" y="5370861"/>
            <a:ext cx="547045" cy="506107"/>
          </a:xfrm>
          <a:custGeom>
            <a:avLst/>
            <a:gdLst/>
            <a:ahLst/>
            <a:cxnLst>
              <a:cxn ang="0">
                <a:pos x="39" y="36"/>
              </a:cxn>
              <a:cxn ang="0">
                <a:pos x="41" y="44"/>
              </a:cxn>
              <a:cxn ang="0">
                <a:pos x="35" y="50"/>
              </a:cxn>
              <a:cxn ang="0">
                <a:pos x="27" y="53"/>
              </a:cxn>
              <a:cxn ang="0">
                <a:pos x="18" y="53"/>
              </a:cxn>
              <a:cxn ang="0">
                <a:pos x="11" y="50"/>
              </a:cxn>
              <a:cxn ang="0">
                <a:pos x="4" y="44"/>
              </a:cxn>
              <a:cxn ang="0">
                <a:pos x="6" y="36"/>
              </a:cxn>
              <a:cxn ang="0">
                <a:pos x="0" y="28"/>
              </a:cxn>
              <a:cxn ang="0">
                <a:pos x="7" y="23"/>
              </a:cxn>
              <a:cxn ang="0">
                <a:pos x="4" y="18"/>
              </a:cxn>
              <a:cxn ang="0">
                <a:pos x="15" y="16"/>
              </a:cxn>
              <a:cxn ang="0">
                <a:pos x="19" y="8"/>
              </a:cxn>
              <a:cxn ang="0">
                <a:pos x="28" y="15"/>
              </a:cxn>
              <a:cxn ang="0">
                <a:pos x="35" y="12"/>
              </a:cxn>
              <a:cxn ang="0">
                <a:pos x="41" y="19"/>
              </a:cxn>
              <a:cxn ang="0">
                <a:pos x="45" y="27"/>
              </a:cxn>
              <a:cxn ang="0">
                <a:pos x="23" y="22"/>
              </a:cxn>
              <a:cxn ang="0">
                <a:pos x="32" y="31"/>
              </a:cxn>
              <a:cxn ang="0">
                <a:pos x="63" y="16"/>
              </a:cxn>
              <a:cxn ang="0">
                <a:pos x="64" y="24"/>
              </a:cxn>
              <a:cxn ang="0">
                <a:pos x="55" y="22"/>
              </a:cxn>
              <a:cxn ang="0">
                <a:pos x="46" y="24"/>
              </a:cxn>
              <a:cxn ang="0">
                <a:pos x="46" y="16"/>
              </a:cxn>
              <a:cxn ang="0">
                <a:pos x="46" y="9"/>
              </a:cxn>
              <a:cxn ang="0">
                <a:pos x="46" y="2"/>
              </a:cxn>
              <a:cxn ang="0">
                <a:pos x="55" y="4"/>
              </a:cxn>
              <a:cxn ang="0">
                <a:pos x="59" y="0"/>
              </a:cxn>
              <a:cxn ang="0">
                <a:pos x="62" y="7"/>
              </a:cxn>
              <a:cxn ang="0">
                <a:pos x="68" y="15"/>
              </a:cxn>
              <a:cxn ang="0">
                <a:pos x="62" y="55"/>
              </a:cxn>
              <a:cxn ang="0">
                <a:pos x="59" y="63"/>
              </a:cxn>
              <a:cxn ang="0">
                <a:pos x="54" y="59"/>
              </a:cxn>
              <a:cxn ang="0">
                <a:pos x="45" y="60"/>
              </a:cxn>
              <a:cxn ang="0">
                <a:pos x="41" y="52"/>
              </a:cxn>
              <a:cxn ang="0">
                <a:pos x="47" y="44"/>
              </a:cxn>
              <a:cxn ang="0">
                <a:pos x="50" y="36"/>
              </a:cxn>
              <a:cxn ang="0">
                <a:pos x="56" y="40"/>
              </a:cxn>
              <a:cxn ang="0">
                <a:pos x="64" y="39"/>
              </a:cxn>
              <a:cxn ang="0">
                <a:pos x="63" y="46"/>
              </a:cxn>
              <a:cxn ang="0">
                <a:pos x="55" y="8"/>
              </a:cxn>
              <a:cxn ang="0">
                <a:pos x="59" y="13"/>
              </a:cxn>
              <a:cxn ang="0">
                <a:pos x="50" y="49"/>
              </a:cxn>
              <a:cxn ang="0">
                <a:pos x="55" y="45"/>
              </a:cxn>
            </a:cxnLst>
            <a:rect l="0" t="0" r="r" b="b"/>
            <a:pathLst>
              <a:path w="68" h="63">
                <a:moveTo>
                  <a:pt x="45" y="35"/>
                </a:moveTo>
                <a:cubicBezTo>
                  <a:pt x="45" y="35"/>
                  <a:pt x="45" y="36"/>
                  <a:pt x="45" y="36"/>
                </a:cubicBezTo>
                <a:cubicBezTo>
                  <a:pt x="39" y="36"/>
                  <a:pt x="39" y="36"/>
                  <a:pt x="39" y="36"/>
                </a:cubicBezTo>
                <a:cubicBezTo>
                  <a:pt x="39" y="37"/>
                  <a:pt x="38" y="38"/>
                  <a:pt x="38" y="39"/>
                </a:cubicBezTo>
                <a:cubicBezTo>
                  <a:pt x="39" y="41"/>
                  <a:pt x="40" y="42"/>
                  <a:pt x="41" y="43"/>
                </a:cubicBezTo>
                <a:cubicBezTo>
                  <a:pt x="41" y="43"/>
                  <a:pt x="41" y="44"/>
                  <a:pt x="41" y="44"/>
                </a:cubicBezTo>
                <a:cubicBezTo>
                  <a:pt x="41" y="44"/>
                  <a:pt x="41" y="44"/>
                  <a:pt x="41" y="45"/>
                </a:cubicBezTo>
                <a:cubicBezTo>
                  <a:pt x="40" y="46"/>
                  <a:pt x="36" y="50"/>
                  <a:pt x="35" y="50"/>
                </a:cubicBezTo>
                <a:cubicBezTo>
                  <a:pt x="35" y="50"/>
                  <a:pt x="35" y="50"/>
                  <a:pt x="35" y="50"/>
                </a:cubicBezTo>
                <a:cubicBezTo>
                  <a:pt x="31" y="47"/>
                  <a:pt x="31" y="47"/>
                  <a:pt x="31" y="47"/>
                </a:cubicBezTo>
                <a:cubicBezTo>
                  <a:pt x="30" y="47"/>
                  <a:pt x="29" y="47"/>
                  <a:pt x="28" y="48"/>
                </a:cubicBezTo>
                <a:cubicBezTo>
                  <a:pt x="28" y="49"/>
                  <a:pt x="27" y="51"/>
                  <a:pt x="27" y="53"/>
                </a:cubicBezTo>
                <a:cubicBezTo>
                  <a:pt x="27" y="54"/>
                  <a:pt x="26" y="54"/>
                  <a:pt x="26" y="54"/>
                </a:cubicBezTo>
                <a:cubicBezTo>
                  <a:pt x="19" y="54"/>
                  <a:pt x="19" y="54"/>
                  <a:pt x="19" y="54"/>
                </a:cubicBezTo>
                <a:cubicBezTo>
                  <a:pt x="19" y="54"/>
                  <a:pt x="18" y="54"/>
                  <a:pt x="18" y="53"/>
                </a:cubicBezTo>
                <a:cubicBezTo>
                  <a:pt x="17" y="48"/>
                  <a:pt x="17" y="48"/>
                  <a:pt x="17" y="48"/>
                </a:cubicBezTo>
                <a:cubicBezTo>
                  <a:pt x="16" y="47"/>
                  <a:pt x="16" y="47"/>
                  <a:pt x="15" y="47"/>
                </a:cubicBezTo>
                <a:cubicBezTo>
                  <a:pt x="11" y="50"/>
                  <a:pt x="11" y="50"/>
                  <a:pt x="11" y="50"/>
                </a:cubicBezTo>
                <a:cubicBezTo>
                  <a:pt x="10" y="50"/>
                  <a:pt x="10" y="50"/>
                  <a:pt x="10" y="50"/>
                </a:cubicBezTo>
                <a:cubicBezTo>
                  <a:pt x="10" y="50"/>
                  <a:pt x="9" y="50"/>
                  <a:pt x="9" y="50"/>
                </a:cubicBezTo>
                <a:cubicBezTo>
                  <a:pt x="8" y="49"/>
                  <a:pt x="4" y="45"/>
                  <a:pt x="4" y="44"/>
                </a:cubicBezTo>
                <a:cubicBezTo>
                  <a:pt x="4" y="44"/>
                  <a:pt x="4" y="44"/>
                  <a:pt x="4" y="43"/>
                </a:cubicBezTo>
                <a:cubicBezTo>
                  <a:pt x="5" y="42"/>
                  <a:pt x="6" y="41"/>
                  <a:pt x="7" y="39"/>
                </a:cubicBezTo>
                <a:cubicBezTo>
                  <a:pt x="7" y="38"/>
                  <a:pt x="6" y="37"/>
                  <a:pt x="6" y="36"/>
                </a:cubicBezTo>
                <a:cubicBezTo>
                  <a:pt x="1" y="35"/>
                  <a:pt x="1" y="35"/>
                  <a:pt x="1" y="35"/>
                </a:cubicBezTo>
                <a:cubicBezTo>
                  <a:pt x="0" y="35"/>
                  <a:pt x="0" y="35"/>
                  <a:pt x="0" y="34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27"/>
                  <a:pt x="0" y="27"/>
                  <a:pt x="1" y="27"/>
                </a:cubicBezTo>
                <a:cubicBezTo>
                  <a:pt x="6" y="26"/>
                  <a:pt x="6" y="26"/>
                  <a:pt x="6" y="26"/>
                </a:cubicBezTo>
                <a:cubicBezTo>
                  <a:pt x="6" y="25"/>
                  <a:pt x="7" y="24"/>
                  <a:pt x="7" y="23"/>
                </a:cubicBezTo>
                <a:cubicBezTo>
                  <a:pt x="6" y="22"/>
                  <a:pt x="5" y="20"/>
                  <a:pt x="4" y="19"/>
                </a:cubicBezTo>
                <a:cubicBezTo>
                  <a:pt x="4" y="19"/>
                  <a:pt x="4" y="19"/>
                  <a:pt x="4" y="18"/>
                </a:cubicBezTo>
                <a:cubicBezTo>
                  <a:pt x="4" y="18"/>
                  <a:pt x="4" y="18"/>
                  <a:pt x="4" y="18"/>
                </a:cubicBezTo>
                <a:cubicBezTo>
                  <a:pt x="5" y="17"/>
                  <a:pt x="9" y="12"/>
                  <a:pt x="10" y="12"/>
                </a:cubicBezTo>
                <a:cubicBezTo>
                  <a:pt x="10" y="12"/>
                  <a:pt x="10" y="12"/>
                  <a:pt x="11" y="13"/>
                </a:cubicBezTo>
                <a:cubicBezTo>
                  <a:pt x="15" y="16"/>
                  <a:pt x="15" y="16"/>
                  <a:pt x="15" y="16"/>
                </a:cubicBezTo>
                <a:cubicBezTo>
                  <a:pt x="16" y="15"/>
                  <a:pt x="16" y="15"/>
                  <a:pt x="17" y="15"/>
                </a:cubicBezTo>
                <a:cubicBezTo>
                  <a:pt x="18" y="13"/>
                  <a:pt x="18" y="11"/>
                  <a:pt x="18" y="9"/>
                </a:cubicBezTo>
                <a:cubicBezTo>
                  <a:pt x="18" y="9"/>
                  <a:pt x="19" y="8"/>
                  <a:pt x="19" y="8"/>
                </a:cubicBezTo>
                <a:cubicBezTo>
                  <a:pt x="26" y="8"/>
                  <a:pt x="26" y="8"/>
                  <a:pt x="26" y="8"/>
                </a:cubicBezTo>
                <a:cubicBezTo>
                  <a:pt x="26" y="8"/>
                  <a:pt x="27" y="9"/>
                  <a:pt x="27" y="9"/>
                </a:cubicBezTo>
                <a:cubicBezTo>
                  <a:pt x="28" y="15"/>
                  <a:pt x="28" y="15"/>
                  <a:pt x="28" y="15"/>
                </a:cubicBezTo>
                <a:cubicBezTo>
                  <a:pt x="29" y="15"/>
                  <a:pt x="30" y="15"/>
                  <a:pt x="31" y="16"/>
                </a:cubicBezTo>
                <a:cubicBezTo>
                  <a:pt x="35" y="13"/>
                  <a:pt x="35" y="13"/>
                  <a:pt x="35" y="13"/>
                </a:cubicBezTo>
                <a:cubicBezTo>
                  <a:pt x="35" y="12"/>
                  <a:pt x="35" y="12"/>
                  <a:pt x="35" y="12"/>
                </a:cubicBezTo>
                <a:cubicBezTo>
                  <a:pt x="36" y="12"/>
                  <a:pt x="36" y="12"/>
                  <a:pt x="36" y="13"/>
                </a:cubicBezTo>
                <a:cubicBezTo>
                  <a:pt x="37" y="13"/>
                  <a:pt x="41" y="17"/>
                  <a:pt x="41" y="18"/>
                </a:cubicBezTo>
                <a:cubicBezTo>
                  <a:pt x="41" y="19"/>
                  <a:pt x="41" y="19"/>
                  <a:pt x="41" y="19"/>
                </a:cubicBezTo>
                <a:cubicBezTo>
                  <a:pt x="40" y="20"/>
                  <a:pt x="39" y="22"/>
                  <a:pt x="38" y="23"/>
                </a:cubicBezTo>
                <a:cubicBezTo>
                  <a:pt x="38" y="24"/>
                  <a:pt x="39" y="25"/>
                  <a:pt x="39" y="26"/>
                </a:cubicBezTo>
                <a:cubicBezTo>
                  <a:pt x="45" y="27"/>
                  <a:pt x="45" y="27"/>
                  <a:pt x="45" y="27"/>
                </a:cubicBezTo>
                <a:cubicBezTo>
                  <a:pt x="45" y="27"/>
                  <a:pt x="45" y="27"/>
                  <a:pt x="45" y="28"/>
                </a:cubicBezTo>
                <a:lnTo>
                  <a:pt x="45" y="35"/>
                </a:lnTo>
                <a:close/>
                <a:moveTo>
                  <a:pt x="23" y="22"/>
                </a:moveTo>
                <a:cubicBezTo>
                  <a:pt x="18" y="22"/>
                  <a:pt x="13" y="26"/>
                  <a:pt x="13" y="31"/>
                </a:cubicBezTo>
                <a:cubicBezTo>
                  <a:pt x="13" y="36"/>
                  <a:pt x="18" y="40"/>
                  <a:pt x="23" y="40"/>
                </a:cubicBezTo>
                <a:cubicBezTo>
                  <a:pt x="28" y="40"/>
                  <a:pt x="32" y="36"/>
                  <a:pt x="32" y="31"/>
                </a:cubicBezTo>
                <a:cubicBezTo>
                  <a:pt x="32" y="26"/>
                  <a:pt x="28" y="22"/>
                  <a:pt x="23" y="22"/>
                </a:cubicBezTo>
                <a:close/>
                <a:moveTo>
                  <a:pt x="68" y="15"/>
                </a:moveTo>
                <a:cubicBezTo>
                  <a:pt x="68" y="16"/>
                  <a:pt x="64" y="16"/>
                  <a:pt x="63" y="16"/>
                </a:cubicBezTo>
                <a:cubicBezTo>
                  <a:pt x="63" y="17"/>
                  <a:pt x="62" y="18"/>
                  <a:pt x="62" y="18"/>
                </a:cubicBezTo>
                <a:cubicBezTo>
                  <a:pt x="62" y="19"/>
                  <a:pt x="64" y="23"/>
                  <a:pt x="64" y="23"/>
                </a:cubicBezTo>
                <a:cubicBezTo>
                  <a:pt x="64" y="23"/>
                  <a:pt x="64" y="23"/>
                  <a:pt x="64" y="24"/>
                </a:cubicBezTo>
                <a:cubicBezTo>
                  <a:pt x="63" y="24"/>
                  <a:pt x="59" y="26"/>
                  <a:pt x="59" y="26"/>
                </a:cubicBezTo>
                <a:cubicBezTo>
                  <a:pt x="59" y="26"/>
                  <a:pt x="56" y="22"/>
                  <a:pt x="56" y="22"/>
                </a:cubicBezTo>
                <a:cubicBezTo>
                  <a:pt x="55" y="22"/>
                  <a:pt x="55" y="22"/>
                  <a:pt x="55" y="22"/>
                </a:cubicBezTo>
                <a:cubicBezTo>
                  <a:pt x="54" y="22"/>
                  <a:pt x="54" y="22"/>
                  <a:pt x="54" y="22"/>
                </a:cubicBezTo>
                <a:cubicBezTo>
                  <a:pt x="53" y="22"/>
                  <a:pt x="50" y="26"/>
                  <a:pt x="50" y="26"/>
                </a:cubicBezTo>
                <a:cubicBezTo>
                  <a:pt x="50" y="26"/>
                  <a:pt x="46" y="24"/>
                  <a:pt x="46" y="24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7" y="19"/>
                  <a:pt x="47" y="18"/>
                </a:cubicBezTo>
                <a:cubicBezTo>
                  <a:pt x="47" y="18"/>
                  <a:pt x="46" y="17"/>
                  <a:pt x="46" y="16"/>
                </a:cubicBezTo>
                <a:cubicBezTo>
                  <a:pt x="45" y="16"/>
                  <a:pt x="41" y="16"/>
                  <a:pt x="41" y="15"/>
                </a:cubicBezTo>
                <a:cubicBezTo>
                  <a:pt x="41" y="10"/>
                  <a:pt x="41" y="10"/>
                  <a:pt x="41" y="10"/>
                </a:cubicBezTo>
                <a:cubicBezTo>
                  <a:pt x="41" y="10"/>
                  <a:pt x="45" y="9"/>
                  <a:pt x="46" y="9"/>
                </a:cubicBezTo>
                <a:cubicBezTo>
                  <a:pt x="46" y="9"/>
                  <a:pt x="47" y="8"/>
                  <a:pt x="47" y="7"/>
                </a:cubicBezTo>
                <a:cubicBezTo>
                  <a:pt x="47" y="7"/>
                  <a:pt x="45" y="3"/>
                  <a:pt x="45" y="2"/>
                </a:cubicBezTo>
                <a:cubicBezTo>
                  <a:pt x="45" y="2"/>
                  <a:pt x="45" y="2"/>
                  <a:pt x="46" y="2"/>
                </a:cubicBezTo>
                <a:cubicBezTo>
                  <a:pt x="46" y="2"/>
                  <a:pt x="50" y="0"/>
                  <a:pt x="50" y="0"/>
                </a:cubicBezTo>
                <a:cubicBezTo>
                  <a:pt x="50" y="0"/>
                  <a:pt x="53" y="3"/>
                  <a:pt x="54" y="4"/>
                </a:cubicBezTo>
                <a:cubicBezTo>
                  <a:pt x="54" y="4"/>
                  <a:pt x="54" y="4"/>
                  <a:pt x="55" y="4"/>
                </a:cubicBezTo>
                <a:cubicBezTo>
                  <a:pt x="55" y="4"/>
                  <a:pt x="55" y="4"/>
                  <a:pt x="56" y="4"/>
                </a:cubicBezTo>
                <a:cubicBezTo>
                  <a:pt x="57" y="2"/>
                  <a:pt x="58" y="1"/>
                  <a:pt x="59" y="0"/>
                </a:cubicBezTo>
                <a:cubicBezTo>
                  <a:pt x="59" y="0"/>
                  <a:pt x="59" y="0"/>
                  <a:pt x="59" y="0"/>
                </a:cubicBezTo>
                <a:cubicBezTo>
                  <a:pt x="59" y="0"/>
                  <a:pt x="63" y="2"/>
                  <a:pt x="64" y="2"/>
                </a:cubicBezTo>
                <a:cubicBezTo>
                  <a:pt x="64" y="2"/>
                  <a:pt x="64" y="2"/>
                  <a:pt x="64" y="2"/>
                </a:cubicBezTo>
                <a:cubicBezTo>
                  <a:pt x="64" y="3"/>
                  <a:pt x="62" y="7"/>
                  <a:pt x="62" y="7"/>
                </a:cubicBezTo>
                <a:cubicBezTo>
                  <a:pt x="62" y="8"/>
                  <a:pt x="63" y="9"/>
                  <a:pt x="63" y="9"/>
                </a:cubicBezTo>
                <a:cubicBezTo>
                  <a:pt x="64" y="9"/>
                  <a:pt x="68" y="10"/>
                  <a:pt x="68" y="10"/>
                </a:cubicBezTo>
                <a:lnTo>
                  <a:pt x="68" y="15"/>
                </a:lnTo>
                <a:close/>
                <a:moveTo>
                  <a:pt x="68" y="52"/>
                </a:moveTo>
                <a:cubicBezTo>
                  <a:pt x="68" y="52"/>
                  <a:pt x="64" y="53"/>
                  <a:pt x="63" y="53"/>
                </a:cubicBezTo>
                <a:cubicBezTo>
                  <a:pt x="63" y="54"/>
                  <a:pt x="62" y="54"/>
                  <a:pt x="62" y="55"/>
                </a:cubicBezTo>
                <a:cubicBezTo>
                  <a:pt x="62" y="56"/>
                  <a:pt x="64" y="59"/>
                  <a:pt x="64" y="60"/>
                </a:cubicBezTo>
                <a:cubicBezTo>
                  <a:pt x="64" y="60"/>
                  <a:pt x="64" y="60"/>
                  <a:pt x="64" y="60"/>
                </a:cubicBezTo>
                <a:cubicBezTo>
                  <a:pt x="63" y="60"/>
                  <a:pt x="59" y="63"/>
                  <a:pt x="59" y="63"/>
                </a:cubicBezTo>
                <a:cubicBezTo>
                  <a:pt x="59" y="63"/>
                  <a:pt x="56" y="59"/>
                  <a:pt x="56" y="59"/>
                </a:cubicBezTo>
                <a:cubicBezTo>
                  <a:pt x="55" y="59"/>
                  <a:pt x="55" y="59"/>
                  <a:pt x="55" y="59"/>
                </a:cubicBezTo>
                <a:cubicBezTo>
                  <a:pt x="54" y="59"/>
                  <a:pt x="54" y="59"/>
                  <a:pt x="54" y="59"/>
                </a:cubicBezTo>
                <a:cubicBezTo>
                  <a:pt x="53" y="59"/>
                  <a:pt x="50" y="63"/>
                  <a:pt x="50" y="63"/>
                </a:cubicBezTo>
                <a:cubicBezTo>
                  <a:pt x="50" y="63"/>
                  <a:pt x="46" y="60"/>
                  <a:pt x="46" y="60"/>
                </a:cubicBezTo>
                <a:cubicBezTo>
                  <a:pt x="45" y="60"/>
                  <a:pt x="45" y="60"/>
                  <a:pt x="45" y="60"/>
                </a:cubicBezTo>
                <a:cubicBezTo>
                  <a:pt x="45" y="59"/>
                  <a:pt x="47" y="56"/>
                  <a:pt x="47" y="55"/>
                </a:cubicBezTo>
                <a:cubicBezTo>
                  <a:pt x="47" y="54"/>
                  <a:pt x="46" y="54"/>
                  <a:pt x="46" y="53"/>
                </a:cubicBezTo>
                <a:cubicBezTo>
                  <a:pt x="45" y="53"/>
                  <a:pt x="41" y="52"/>
                  <a:pt x="41" y="52"/>
                </a:cubicBezTo>
                <a:cubicBezTo>
                  <a:pt x="41" y="47"/>
                  <a:pt x="41" y="47"/>
                  <a:pt x="41" y="47"/>
                </a:cubicBezTo>
                <a:cubicBezTo>
                  <a:pt x="41" y="46"/>
                  <a:pt x="45" y="46"/>
                  <a:pt x="46" y="46"/>
                </a:cubicBezTo>
                <a:cubicBezTo>
                  <a:pt x="46" y="45"/>
                  <a:pt x="47" y="45"/>
                  <a:pt x="47" y="44"/>
                </a:cubicBezTo>
                <a:cubicBezTo>
                  <a:pt x="47" y="43"/>
                  <a:pt x="45" y="40"/>
                  <a:pt x="45" y="39"/>
                </a:cubicBezTo>
                <a:cubicBezTo>
                  <a:pt x="45" y="39"/>
                  <a:pt x="45" y="39"/>
                  <a:pt x="46" y="39"/>
                </a:cubicBezTo>
                <a:cubicBezTo>
                  <a:pt x="46" y="39"/>
                  <a:pt x="50" y="36"/>
                  <a:pt x="50" y="36"/>
                </a:cubicBezTo>
                <a:cubicBezTo>
                  <a:pt x="50" y="36"/>
                  <a:pt x="53" y="40"/>
                  <a:pt x="54" y="40"/>
                </a:cubicBezTo>
                <a:cubicBezTo>
                  <a:pt x="54" y="40"/>
                  <a:pt x="54" y="40"/>
                  <a:pt x="55" y="40"/>
                </a:cubicBezTo>
                <a:cubicBezTo>
                  <a:pt x="55" y="40"/>
                  <a:pt x="55" y="40"/>
                  <a:pt x="56" y="40"/>
                </a:cubicBezTo>
                <a:cubicBezTo>
                  <a:pt x="57" y="39"/>
                  <a:pt x="58" y="38"/>
                  <a:pt x="59" y="36"/>
                </a:cubicBezTo>
                <a:cubicBezTo>
                  <a:pt x="59" y="36"/>
                  <a:pt x="59" y="36"/>
                  <a:pt x="59" y="36"/>
                </a:cubicBezTo>
                <a:cubicBezTo>
                  <a:pt x="59" y="36"/>
                  <a:pt x="63" y="39"/>
                  <a:pt x="64" y="39"/>
                </a:cubicBezTo>
                <a:cubicBezTo>
                  <a:pt x="64" y="39"/>
                  <a:pt x="64" y="39"/>
                  <a:pt x="64" y="39"/>
                </a:cubicBezTo>
                <a:cubicBezTo>
                  <a:pt x="64" y="40"/>
                  <a:pt x="62" y="43"/>
                  <a:pt x="62" y="44"/>
                </a:cubicBezTo>
                <a:cubicBezTo>
                  <a:pt x="62" y="45"/>
                  <a:pt x="63" y="45"/>
                  <a:pt x="63" y="46"/>
                </a:cubicBezTo>
                <a:cubicBezTo>
                  <a:pt x="64" y="46"/>
                  <a:pt x="68" y="46"/>
                  <a:pt x="68" y="47"/>
                </a:cubicBezTo>
                <a:lnTo>
                  <a:pt x="68" y="52"/>
                </a:lnTo>
                <a:close/>
                <a:moveTo>
                  <a:pt x="55" y="8"/>
                </a:moveTo>
                <a:cubicBezTo>
                  <a:pt x="52" y="8"/>
                  <a:pt x="50" y="10"/>
                  <a:pt x="50" y="13"/>
                </a:cubicBezTo>
                <a:cubicBezTo>
                  <a:pt x="50" y="15"/>
                  <a:pt x="52" y="17"/>
                  <a:pt x="55" y="17"/>
                </a:cubicBezTo>
                <a:cubicBezTo>
                  <a:pt x="57" y="17"/>
                  <a:pt x="59" y="15"/>
                  <a:pt x="59" y="13"/>
                </a:cubicBezTo>
                <a:cubicBezTo>
                  <a:pt x="59" y="10"/>
                  <a:pt x="57" y="8"/>
                  <a:pt x="55" y="8"/>
                </a:cubicBezTo>
                <a:close/>
                <a:moveTo>
                  <a:pt x="55" y="45"/>
                </a:moveTo>
                <a:cubicBezTo>
                  <a:pt x="52" y="45"/>
                  <a:pt x="50" y="47"/>
                  <a:pt x="50" y="49"/>
                </a:cubicBezTo>
                <a:cubicBezTo>
                  <a:pt x="50" y="52"/>
                  <a:pt x="52" y="54"/>
                  <a:pt x="55" y="54"/>
                </a:cubicBezTo>
                <a:cubicBezTo>
                  <a:pt x="57" y="54"/>
                  <a:pt x="59" y="52"/>
                  <a:pt x="59" y="49"/>
                </a:cubicBezTo>
                <a:cubicBezTo>
                  <a:pt x="59" y="47"/>
                  <a:pt x="57" y="45"/>
                  <a:pt x="55" y="45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sp>
        <p:nvSpPr>
          <p:cNvPr id="48" name="Freeform 81"/>
          <p:cNvSpPr>
            <a:spLocks noEditPoints="1"/>
          </p:cNvSpPr>
          <p:nvPr/>
        </p:nvSpPr>
        <p:spPr bwMode="auto">
          <a:xfrm>
            <a:off x="6663175" y="2393891"/>
            <a:ext cx="528379" cy="338315"/>
          </a:xfrm>
          <a:custGeom>
            <a:avLst/>
            <a:gdLst/>
            <a:ahLst/>
            <a:cxnLst>
              <a:cxn ang="0">
                <a:pos x="63" y="23"/>
              </a:cxn>
              <a:cxn ang="0">
                <a:pos x="32" y="41"/>
              </a:cxn>
              <a:cxn ang="0">
                <a:pos x="0" y="23"/>
              </a:cxn>
              <a:cxn ang="0">
                <a:pos x="0" y="21"/>
              </a:cxn>
              <a:cxn ang="0">
                <a:pos x="0" y="18"/>
              </a:cxn>
              <a:cxn ang="0">
                <a:pos x="32" y="0"/>
              </a:cxn>
              <a:cxn ang="0">
                <a:pos x="63" y="18"/>
              </a:cxn>
              <a:cxn ang="0">
                <a:pos x="64" y="21"/>
              </a:cxn>
              <a:cxn ang="0">
                <a:pos x="63" y="23"/>
              </a:cxn>
              <a:cxn ang="0">
                <a:pos x="46" y="8"/>
              </a:cxn>
              <a:cxn ang="0">
                <a:pos x="48" y="16"/>
              </a:cxn>
              <a:cxn ang="0">
                <a:pos x="32" y="32"/>
              </a:cxn>
              <a:cxn ang="0">
                <a:pos x="16" y="16"/>
              </a:cxn>
              <a:cxn ang="0">
                <a:pos x="18" y="8"/>
              </a:cxn>
              <a:cxn ang="0">
                <a:pos x="4" y="21"/>
              </a:cxn>
              <a:cxn ang="0">
                <a:pos x="32" y="37"/>
              </a:cxn>
              <a:cxn ang="0">
                <a:pos x="59" y="21"/>
              </a:cxn>
              <a:cxn ang="0">
                <a:pos x="46" y="8"/>
              </a:cxn>
              <a:cxn ang="0">
                <a:pos x="32" y="5"/>
              </a:cxn>
              <a:cxn ang="0">
                <a:pos x="21" y="16"/>
              </a:cxn>
              <a:cxn ang="0">
                <a:pos x="23" y="18"/>
              </a:cxn>
              <a:cxn ang="0">
                <a:pos x="24" y="16"/>
              </a:cxn>
              <a:cxn ang="0">
                <a:pos x="32" y="9"/>
              </a:cxn>
              <a:cxn ang="0">
                <a:pos x="33" y="7"/>
              </a:cxn>
              <a:cxn ang="0">
                <a:pos x="32" y="5"/>
              </a:cxn>
            </a:cxnLst>
            <a:rect l="0" t="0" r="r" b="b"/>
            <a:pathLst>
              <a:path w="64" h="41">
                <a:moveTo>
                  <a:pt x="63" y="23"/>
                </a:moveTo>
                <a:cubicBezTo>
                  <a:pt x="56" y="34"/>
                  <a:pt x="44" y="41"/>
                  <a:pt x="32" y="41"/>
                </a:cubicBezTo>
                <a:cubicBezTo>
                  <a:pt x="19" y="41"/>
                  <a:pt x="7" y="34"/>
                  <a:pt x="0" y="23"/>
                </a:cubicBezTo>
                <a:cubicBezTo>
                  <a:pt x="0" y="23"/>
                  <a:pt x="0" y="22"/>
                  <a:pt x="0" y="21"/>
                </a:cubicBezTo>
                <a:cubicBezTo>
                  <a:pt x="0" y="20"/>
                  <a:pt x="0" y="19"/>
                  <a:pt x="0" y="18"/>
                </a:cubicBezTo>
                <a:cubicBezTo>
                  <a:pt x="7" y="8"/>
                  <a:pt x="19" y="0"/>
                  <a:pt x="32" y="0"/>
                </a:cubicBezTo>
                <a:cubicBezTo>
                  <a:pt x="44" y="0"/>
                  <a:pt x="56" y="8"/>
                  <a:pt x="63" y="18"/>
                </a:cubicBezTo>
                <a:cubicBezTo>
                  <a:pt x="63" y="19"/>
                  <a:pt x="64" y="20"/>
                  <a:pt x="64" y="21"/>
                </a:cubicBezTo>
                <a:cubicBezTo>
                  <a:pt x="64" y="22"/>
                  <a:pt x="63" y="23"/>
                  <a:pt x="63" y="23"/>
                </a:cubicBezTo>
                <a:close/>
                <a:moveTo>
                  <a:pt x="46" y="8"/>
                </a:moveTo>
                <a:cubicBezTo>
                  <a:pt x="47" y="11"/>
                  <a:pt x="48" y="13"/>
                  <a:pt x="48" y="16"/>
                </a:cubicBezTo>
                <a:cubicBezTo>
                  <a:pt x="48" y="25"/>
                  <a:pt x="41" y="32"/>
                  <a:pt x="32" y="32"/>
                </a:cubicBezTo>
                <a:cubicBezTo>
                  <a:pt x="23" y="32"/>
                  <a:pt x="16" y="25"/>
                  <a:pt x="16" y="16"/>
                </a:cubicBezTo>
                <a:cubicBezTo>
                  <a:pt x="16" y="13"/>
                  <a:pt x="17" y="11"/>
                  <a:pt x="18" y="8"/>
                </a:cubicBezTo>
                <a:cubicBezTo>
                  <a:pt x="12" y="11"/>
                  <a:pt x="8" y="16"/>
                  <a:pt x="4" y="21"/>
                </a:cubicBezTo>
                <a:cubicBezTo>
                  <a:pt x="10" y="30"/>
                  <a:pt x="20" y="37"/>
                  <a:pt x="32" y="37"/>
                </a:cubicBezTo>
                <a:cubicBezTo>
                  <a:pt x="43" y="37"/>
                  <a:pt x="53" y="30"/>
                  <a:pt x="59" y="21"/>
                </a:cubicBezTo>
                <a:cubicBezTo>
                  <a:pt x="56" y="16"/>
                  <a:pt x="51" y="11"/>
                  <a:pt x="46" y="8"/>
                </a:cubicBezTo>
                <a:close/>
                <a:moveTo>
                  <a:pt x="32" y="5"/>
                </a:moveTo>
                <a:cubicBezTo>
                  <a:pt x="26" y="5"/>
                  <a:pt x="21" y="10"/>
                  <a:pt x="21" y="16"/>
                </a:cubicBezTo>
                <a:cubicBezTo>
                  <a:pt x="21" y="17"/>
                  <a:pt x="22" y="18"/>
                  <a:pt x="23" y="18"/>
                </a:cubicBezTo>
                <a:cubicBezTo>
                  <a:pt x="24" y="18"/>
                  <a:pt x="24" y="17"/>
                  <a:pt x="24" y="16"/>
                </a:cubicBezTo>
                <a:cubicBezTo>
                  <a:pt x="24" y="12"/>
                  <a:pt x="28" y="9"/>
                  <a:pt x="32" y="9"/>
                </a:cubicBezTo>
                <a:cubicBezTo>
                  <a:pt x="33" y="9"/>
                  <a:pt x="33" y="8"/>
                  <a:pt x="33" y="7"/>
                </a:cubicBezTo>
                <a:cubicBezTo>
                  <a:pt x="33" y="6"/>
                  <a:pt x="33" y="5"/>
                  <a:pt x="32" y="5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sp>
        <p:nvSpPr>
          <p:cNvPr id="49" name="Freeform 12"/>
          <p:cNvSpPr>
            <a:spLocks noEditPoints="1"/>
          </p:cNvSpPr>
          <p:nvPr/>
        </p:nvSpPr>
        <p:spPr bwMode="auto">
          <a:xfrm>
            <a:off x="6652648" y="5345887"/>
            <a:ext cx="549432" cy="549432"/>
          </a:xfrm>
          <a:custGeom>
            <a:avLst/>
            <a:gdLst/>
            <a:ahLst/>
            <a:cxnLst>
              <a:cxn ang="0">
                <a:pos x="72" y="36"/>
              </a:cxn>
              <a:cxn ang="0">
                <a:pos x="36" y="72"/>
              </a:cxn>
              <a:cxn ang="0">
                <a:pos x="0" y="36"/>
              </a:cxn>
              <a:cxn ang="0">
                <a:pos x="36" y="0"/>
              </a:cxn>
              <a:cxn ang="0">
                <a:pos x="72" y="36"/>
              </a:cxn>
              <a:cxn ang="0">
                <a:pos x="16" y="43"/>
              </a:cxn>
              <a:cxn ang="0">
                <a:pos x="15" y="36"/>
              </a:cxn>
              <a:cxn ang="0">
                <a:pos x="16" y="30"/>
              </a:cxn>
              <a:cxn ang="0">
                <a:pos x="9" y="22"/>
              </a:cxn>
              <a:cxn ang="0">
                <a:pos x="5" y="36"/>
              </a:cxn>
              <a:cxn ang="0">
                <a:pos x="9" y="51"/>
              </a:cxn>
              <a:cxn ang="0">
                <a:pos x="16" y="43"/>
              </a:cxn>
              <a:cxn ang="0">
                <a:pos x="51" y="36"/>
              </a:cxn>
              <a:cxn ang="0">
                <a:pos x="36" y="21"/>
              </a:cxn>
              <a:cxn ang="0">
                <a:pos x="20" y="36"/>
              </a:cxn>
              <a:cxn ang="0">
                <a:pos x="36" y="52"/>
              </a:cxn>
              <a:cxn ang="0">
                <a:pos x="51" y="36"/>
              </a:cxn>
              <a:cxn ang="0">
                <a:pos x="21" y="9"/>
              </a:cxn>
              <a:cxn ang="0">
                <a:pos x="29" y="17"/>
              </a:cxn>
              <a:cxn ang="0">
                <a:pos x="36" y="16"/>
              </a:cxn>
              <a:cxn ang="0">
                <a:pos x="42" y="17"/>
              </a:cxn>
              <a:cxn ang="0">
                <a:pos x="50" y="9"/>
              </a:cxn>
              <a:cxn ang="0">
                <a:pos x="36" y="5"/>
              </a:cxn>
              <a:cxn ang="0">
                <a:pos x="21" y="9"/>
              </a:cxn>
              <a:cxn ang="0">
                <a:pos x="50" y="64"/>
              </a:cxn>
              <a:cxn ang="0">
                <a:pos x="42" y="56"/>
              </a:cxn>
              <a:cxn ang="0">
                <a:pos x="36" y="57"/>
              </a:cxn>
              <a:cxn ang="0">
                <a:pos x="29" y="56"/>
              </a:cxn>
              <a:cxn ang="0">
                <a:pos x="21" y="64"/>
              </a:cxn>
              <a:cxn ang="0">
                <a:pos x="36" y="67"/>
              </a:cxn>
              <a:cxn ang="0">
                <a:pos x="50" y="64"/>
              </a:cxn>
              <a:cxn ang="0">
                <a:pos x="63" y="51"/>
              </a:cxn>
              <a:cxn ang="0">
                <a:pos x="67" y="36"/>
              </a:cxn>
              <a:cxn ang="0">
                <a:pos x="63" y="22"/>
              </a:cxn>
              <a:cxn ang="0">
                <a:pos x="55" y="30"/>
              </a:cxn>
              <a:cxn ang="0">
                <a:pos x="56" y="36"/>
              </a:cxn>
              <a:cxn ang="0">
                <a:pos x="55" y="43"/>
              </a:cxn>
              <a:cxn ang="0">
                <a:pos x="63" y="51"/>
              </a:cxn>
            </a:cxnLst>
            <a:rect l="0" t="0" r="r" b="b"/>
            <a:pathLst>
              <a:path w="72" h="72">
                <a:moveTo>
                  <a:pt x="72" y="36"/>
                </a:moveTo>
                <a:cubicBezTo>
                  <a:pt x="72" y="56"/>
                  <a:pt x="56" y="72"/>
                  <a:pt x="36" y="72"/>
                </a:cubicBezTo>
                <a:cubicBezTo>
                  <a:pt x="16" y="72"/>
                  <a:pt x="0" y="56"/>
                  <a:pt x="0" y="36"/>
                </a:cubicBezTo>
                <a:cubicBezTo>
                  <a:pt x="0" y="16"/>
                  <a:pt x="16" y="0"/>
                  <a:pt x="36" y="0"/>
                </a:cubicBezTo>
                <a:cubicBezTo>
                  <a:pt x="56" y="0"/>
                  <a:pt x="72" y="16"/>
                  <a:pt x="72" y="36"/>
                </a:cubicBezTo>
                <a:close/>
                <a:moveTo>
                  <a:pt x="16" y="43"/>
                </a:moveTo>
                <a:cubicBezTo>
                  <a:pt x="16" y="41"/>
                  <a:pt x="15" y="39"/>
                  <a:pt x="15" y="36"/>
                </a:cubicBezTo>
                <a:cubicBezTo>
                  <a:pt x="15" y="34"/>
                  <a:pt x="16" y="32"/>
                  <a:pt x="16" y="30"/>
                </a:cubicBezTo>
                <a:cubicBezTo>
                  <a:pt x="9" y="22"/>
                  <a:pt x="9" y="22"/>
                  <a:pt x="9" y="22"/>
                </a:cubicBezTo>
                <a:cubicBezTo>
                  <a:pt x="6" y="26"/>
                  <a:pt x="5" y="31"/>
                  <a:pt x="5" y="36"/>
                </a:cubicBezTo>
                <a:cubicBezTo>
                  <a:pt x="5" y="42"/>
                  <a:pt x="6" y="46"/>
                  <a:pt x="9" y="51"/>
                </a:cubicBezTo>
                <a:lnTo>
                  <a:pt x="16" y="43"/>
                </a:lnTo>
                <a:close/>
                <a:moveTo>
                  <a:pt x="51" y="36"/>
                </a:moveTo>
                <a:cubicBezTo>
                  <a:pt x="51" y="28"/>
                  <a:pt x="44" y="21"/>
                  <a:pt x="36" y="21"/>
                </a:cubicBezTo>
                <a:cubicBezTo>
                  <a:pt x="27" y="21"/>
                  <a:pt x="20" y="28"/>
                  <a:pt x="20" y="36"/>
                </a:cubicBezTo>
                <a:cubicBezTo>
                  <a:pt x="20" y="45"/>
                  <a:pt x="27" y="52"/>
                  <a:pt x="36" y="52"/>
                </a:cubicBezTo>
                <a:cubicBezTo>
                  <a:pt x="44" y="52"/>
                  <a:pt x="51" y="45"/>
                  <a:pt x="51" y="36"/>
                </a:cubicBezTo>
                <a:close/>
                <a:moveTo>
                  <a:pt x="21" y="9"/>
                </a:moveTo>
                <a:cubicBezTo>
                  <a:pt x="29" y="17"/>
                  <a:pt x="29" y="17"/>
                  <a:pt x="29" y="17"/>
                </a:cubicBezTo>
                <a:cubicBezTo>
                  <a:pt x="31" y="16"/>
                  <a:pt x="33" y="16"/>
                  <a:pt x="36" y="16"/>
                </a:cubicBezTo>
                <a:cubicBezTo>
                  <a:pt x="38" y="16"/>
                  <a:pt x="40" y="16"/>
                  <a:pt x="42" y="17"/>
                </a:cubicBezTo>
                <a:cubicBezTo>
                  <a:pt x="50" y="9"/>
                  <a:pt x="50" y="9"/>
                  <a:pt x="50" y="9"/>
                </a:cubicBezTo>
                <a:cubicBezTo>
                  <a:pt x="46" y="7"/>
                  <a:pt x="41" y="5"/>
                  <a:pt x="36" y="5"/>
                </a:cubicBezTo>
                <a:cubicBezTo>
                  <a:pt x="31" y="5"/>
                  <a:pt x="26" y="7"/>
                  <a:pt x="21" y="9"/>
                </a:cubicBezTo>
                <a:close/>
                <a:moveTo>
                  <a:pt x="50" y="64"/>
                </a:moveTo>
                <a:cubicBezTo>
                  <a:pt x="42" y="56"/>
                  <a:pt x="42" y="56"/>
                  <a:pt x="42" y="56"/>
                </a:cubicBezTo>
                <a:cubicBezTo>
                  <a:pt x="40" y="56"/>
                  <a:pt x="38" y="57"/>
                  <a:pt x="36" y="57"/>
                </a:cubicBezTo>
                <a:cubicBezTo>
                  <a:pt x="33" y="57"/>
                  <a:pt x="31" y="56"/>
                  <a:pt x="29" y="56"/>
                </a:cubicBezTo>
                <a:cubicBezTo>
                  <a:pt x="21" y="64"/>
                  <a:pt x="21" y="64"/>
                  <a:pt x="21" y="64"/>
                </a:cubicBezTo>
                <a:cubicBezTo>
                  <a:pt x="26" y="66"/>
                  <a:pt x="31" y="67"/>
                  <a:pt x="36" y="67"/>
                </a:cubicBezTo>
                <a:cubicBezTo>
                  <a:pt x="41" y="67"/>
                  <a:pt x="46" y="66"/>
                  <a:pt x="50" y="64"/>
                </a:cubicBezTo>
                <a:close/>
                <a:moveTo>
                  <a:pt x="63" y="51"/>
                </a:moveTo>
                <a:cubicBezTo>
                  <a:pt x="65" y="46"/>
                  <a:pt x="67" y="42"/>
                  <a:pt x="67" y="36"/>
                </a:cubicBezTo>
                <a:cubicBezTo>
                  <a:pt x="67" y="31"/>
                  <a:pt x="65" y="26"/>
                  <a:pt x="63" y="22"/>
                </a:cubicBezTo>
                <a:cubicBezTo>
                  <a:pt x="55" y="30"/>
                  <a:pt x="55" y="30"/>
                  <a:pt x="55" y="30"/>
                </a:cubicBezTo>
                <a:cubicBezTo>
                  <a:pt x="56" y="32"/>
                  <a:pt x="56" y="34"/>
                  <a:pt x="56" y="36"/>
                </a:cubicBezTo>
                <a:cubicBezTo>
                  <a:pt x="56" y="39"/>
                  <a:pt x="56" y="41"/>
                  <a:pt x="55" y="43"/>
                </a:cubicBezTo>
                <a:lnTo>
                  <a:pt x="63" y="51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sp>
        <p:nvSpPr>
          <p:cNvPr id="50" name="Freeform 217"/>
          <p:cNvSpPr>
            <a:spLocks noEditPoints="1"/>
          </p:cNvSpPr>
          <p:nvPr/>
        </p:nvSpPr>
        <p:spPr bwMode="auto">
          <a:xfrm>
            <a:off x="6673599" y="3901501"/>
            <a:ext cx="507531" cy="380648"/>
          </a:xfrm>
          <a:custGeom>
            <a:avLst/>
            <a:gdLst/>
            <a:ahLst/>
            <a:cxnLst>
              <a:cxn ang="0">
                <a:pos x="78" y="58"/>
              </a:cxn>
              <a:cxn ang="0">
                <a:pos x="0" y="58"/>
              </a:cxn>
              <a:cxn ang="0">
                <a:pos x="0" y="0"/>
              </a:cxn>
              <a:cxn ang="0">
                <a:pos x="5" y="0"/>
              </a:cxn>
              <a:cxn ang="0">
                <a:pos x="5" y="53"/>
              </a:cxn>
              <a:cxn ang="0">
                <a:pos x="78" y="53"/>
              </a:cxn>
              <a:cxn ang="0">
                <a:pos x="78" y="58"/>
              </a:cxn>
              <a:cxn ang="0">
                <a:pos x="73" y="22"/>
              </a:cxn>
              <a:cxn ang="0">
                <a:pos x="71" y="23"/>
              </a:cxn>
              <a:cxn ang="0">
                <a:pos x="66" y="18"/>
              </a:cxn>
              <a:cxn ang="0">
                <a:pos x="42" y="42"/>
              </a:cxn>
              <a:cxn ang="0">
                <a:pos x="40" y="42"/>
              </a:cxn>
              <a:cxn ang="0">
                <a:pos x="31" y="34"/>
              </a:cxn>
              <a:cxn ang="0">
                <a:pos x="16" y="49"/>
              </a:cxn>
              <a:cxn ang="0">
                <a:pos x="8" y="42"/>
              </a:cxn>
              <a:cxn ang="0">
                <a:pos x="30" y="20"/>
              </a:cxn>
              <a:cxn ang="0">
                <a:pos x="32" y="20"/>
              </a:cxn>
              <a:cxn ang="0">
                <a:pos x="41" y="29"/>
              </a:cxn>
              <a:cxn ang="0">
                <a:pos x="59" y="11"/>
              </a:cxn>
              <a:cxn ang="0">
                <a:pos x="54" y="6"/>
              </a:cxn>
              <a:cxn ang="0">
                <a:pos x="55" y="4"/>
              </a:cxn>
              <a:cxn ang="0">
                <a:pos x="71" y="4"/>
              </a:cxn>
              <a:cxn ang="0">
                <a:pos x="73" y="6"/>
              </a:cxn>
              <a:cxn ang="0">
                <a:pos x="73" y="22"/>
              </a:cxn>
            </a:cxnLst>
            <a:rect l="0" t="0" r="r" b="b"/>
            <a:pathLst>
              <a:path w="78" h="58">
                <a:moveTo>
                  <a:pt x="78" y="58"/>
                </a:moveTo>
                <a:cubicBezTo>
                  <a:pt x="0" y="58"/>
                  <a:pt x="0" y="58"/>
                  <a:pt x="0" y="58"/>
                </a:cubicBezTo>
                <a:cubicBezTo>
                  <a:pt x="0" y="0"/>
                  <a:pt x="0" y="0"/>
                  <a:pt x="0" y="0"/>
                </a:cubicBezTo>
                <a:cubicBezTo>
                  <a:pt x="5" y="0"/>
                  <a:pt x="5" y="0"/>
                  <a:pt x="5" y="0"/>
                </a:cubicBezTo>
                <a:cubicBezTo>
                  <a:pt x="5" y="53"/>
                  <a:pt x="5" y="53"/>
                  <a:pt x="5" y="53"/>
                </a:cubicBezTo>
                <a:cubicBezTo>
                  <a:pt x="78" y="53"/>
                  <a:pt x="78" y="53"/>
                  <a:pt x="78" y="53"/>
                </a:cubicBezTo>
                <a:lnTo>
                  <a:pt x="78" y="58"/>
                </a:lnTo>
                <a:close/>
                <a:moveTo>
                  <a:pt x="73" y="22"/>
                </a:moveTo>
                <a:cubicBezTo>
                  <a:pt x="73" y="23"/>
                  <a:pt x="71" y="24"/>
                  <a:pt x="71" y="23"/>
                </a:cubicBezTo>
                <a:cubicBezTo>
                  <a:pt x="66" y="18"/>
                  <a:pt x="66" y="18"/>
                  <a:pt x="66" y="18"/>
                </a:cubicBezTo>
                <a:cubicBezTo>
                  <a:pt x="42" y="42"/>
                  <a:pt x="42" y="42"/>
                  <a:pt x="42" y="42"/>
                </a:cubicBezTo>
                <a:cubicBezTo>
                  <a:pt x="41" y="43"/>
                  <a:pt x="41" y="43"/>
                  <a:pt x="40" y="42"/>
                </a:cubicBezTo>
                <a:cubicBezTo>
                  <a:pt x="31" y="34"/>
                  <a:pt x="31" y="34"/>
                  <a:pt x="31" y="34"/>
                </a:cubicBezTo>
                <a:cubicBezTo>
                  <a:pt x="16" y="49"/>
                  <a:pt x="16" y="49"/>
                  <a:pt x="16" y="49"/>
                </a:cubicBezTo>
                <a:cubicBezTo>
                  <a:pt x="8" y="42"/>
                  <a:pt x="8" y="42"/>
                  <a:pt x="8" y="42"/>
                </a:cubicBezTo>
                <a:cubicBezTo>
                  <a:pt x="30" y="20"/>
                  <a:pt x="30" y="20"/>
                  <a:pt x="30" y="20"/>
                </a:cubicBezTo>
                <a:cubicBezTo>
                  <a:pt x="31" y="19"/>
                  <a:pt x="32" y="19"/>
                  <a:pt x="32" y="20"/>
                </a:cubicBezTo>
                <a:cubicBezTo>
                  <a:pt x="41" y="29"/>
                  <a:pt x="41" y="29"/>
                  <a:pt x="41" y="29"/>
                </a:cubicBezTo>
                <a:cubicBezTo>
                  <a:pt x="59" y="11"/>
                  <a:pt x="59" y="11"/>
                  <a:pt x="59" y="11"/>
                </a:cubicBezTo>
                <a:cubicBezTo>
                  <a:pt x="54" y="6"/>
                  <a:pt x="54" y="6"/>
                  <a:pt x="54" y="6"/>
                </a:cubicBezTo>
                <a:cubicBezTo>
                  <a:pt x="53" y="6"/>
                  <a:pt x="54" y="4"/>
                  <a:pt x="55" y="4"/>
                </a:cubicBezTo>
                <a:cubicBezTo>
                  <a:pt x="71" y="4"/>
                  <a:pt x="71" y="4"/>
                  <a:pt x="71" y="4"/>
                </a:cubicBezTo>
                <a:cubicBezTo>
                  <a:pt x="72" y="4"/>
                  <a:pt x="73" y="5"/>
                  <a:pt x="73" y="6"/>
                </a:cubicBezTo>
                <a:lnTo>
                  <a:pt x="73" y="22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sp>
        <p:nvSpPr>
          <p:cNvPr id="51" name="Rectangle 50"/>
          <p:cNvSpPr/>
          <p:nvPr/>
        </p:nvSpPr>
        <p:spPr>
          <a:xfrm>
            <a:off x="572239" y="3567816"/>
            <a:ext cx="3652122" cy="106118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2133"/>
              </a:lnSpc>
            </a:pPr>
            <a:r>
              <a:rPr lang="en-US" sz="1850" b="1">
                <a:solidFill>
                  <a:schemeClr val="accent2"/>
                </a:solidFill>
                <a:latin typeface="+mj-lt"/>
              </a:rPr>
              <a:t>Fairness </a:t>
            </a:r>
          </a:p>
          <a:p>
            <a:pPr algn="r">
              <a:lnSpc>
                <a:spcPts val="2133"/>
              </a:lnSpc>
            </a:pPr>
            <a:r>
              <a:rPr lang="en-US" sz="1600" b="1"/>
              <a:t>Avoid</a:t>
            </a:r>
            <a:r>
              <a:rPr lang="en-US" sz="1600"/>
              <a:t> using features that </a:t>
            </a:r>
            <a:endParaRPr lang="hu-HU" sz="1600"/>
          </a:p>
          <a:p>
            <a:pPr algn="r">
              <a:lnSpc>
                <a:spcPts val="2133"/>
              </a:lnSpc>
            </a:pPr>
            <a:r>
              <a:rPr lang="en-US" sz="1600"/>
              <a:t>may result in </a:t>
            </a:r>
            <a:r>
              <a:rPr lang="en-US" sz="1600" b="1"/>
              <a:t>bias</a:t>
            </a:r>
            <a:endParaRPr lang="hu-HU" sz="1600" b="1"/>
          </a:p>
          <a:p>
            <a:pPr algn="r">
              <a:lnSpc>
                <a:spcPts val="2133"/>
              </a:lnSpc>
            </a:pPr>
            <a:r>
              <a:rPr lang="en-US" sz="1600"/>
              <a:t>Conduct </a:t>
            </a:r>
            <a:r>
              <a:rPr lang="en-US" sz="1600" b="1"/>
              <a:t>bias audits</a:t>
            </a:r>
            <a:r>
              <a:rPr lang="en-US" sz="1600"/>
              <a:t> regularly</a:t>
            </a:r>
            <a:endParaRPr lang="hu-HU" sz="1600"/>
          </a:p>
        </p:txBody>
      </p:sp>
      <p:sp>
        <p:nvSpPr>
          <p:cNvPr id="56" name="Rectangle 55"/>
          <p:cNvSpPr/>
          <p:nvPr/>
        </p:nvSpPr>
        <p:spPr>
          <a:xfrm>
            <a:off x="508001" y="4973855"/>
            <a:ext cx="3716359" cy="1321965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2133"/>
              </a:lnSpc>
            </a:pPr>
            <a:r>
              <a:rPr lang="en-US" sz="1867" b="1">
                <a:solidFill>
                  <a:schemeClr val="accent3"/>
                </a:solidFill>
                <a:latin typeface="+mj-lt"/>
              </a:rPr>
              <a:t>Explainability</a:t>
            </a:r>
            <a:endParaRPr lang="hu-HU" sz="1867" b="1">
              <a:solidFill>
                <a:schemeClr val="accent3"/>
              </a:solidFill>
              <a:latin typeface="+mj-lt"/>
            </a:endParaRPr>
          </a:p>
          <a:p>
            <a:pPr algn="r">
              <a:lnSpc>
                <a:spcPts val="2133"/>
              </a:lnSpc>
            </a:pPr>
            <a:r>
              <a:rPr lang="en-US" sz="1600"/>
              <a:t>Customers may have the right to </a:t>
            </a:r>
            <a:r>
              <a:rPr lang="en-US" sz="1600" b="1"/>
              <a:t>understand decisions</a:t>
            </a:r>
            <a:endParaRPr lang="hu-HU" sz="1600" b="1"/>
          </a:p>
          <a:p>
            <a:pPr algn="r">
              <a:lnSpc>
                <a:spcPts val="2133"/>
              </a:lnSpc>
            </a:pPr>
            <a:r>
              <a:rPr lang="en-US" sz="1600"/>
              <a:t>Provide transparent explanations using </a:t>
            </a:r>
            <a:r>
              <a:rPr lang="en-US" sz="1600" b="1"/>
              <a:t>feature importance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903402" y="1940534"/>
            <a:ext cx="3716359" cy="127220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r>
              <a:rPr lang="en-US" sz="1850" b="1">
                <a:solidFill>
                  <a:schemeClr val="accent4"/>
                </a:solidFill>
                <a:latin typeface="+mj-lt"/>
              </a:rPr>
              <a:t>Data Minimization</a:t>
            </a:r>
            <a:endParaRPr lang="hu-HU" sz="1850" b="1">
              <a:solidFill>
                <a:schemeClr val="accent4"/>
              </a:solidFill>
              <a:latin typeface="+mj-lt"/>
            </a:endParaRPr>
          </a:p>
          <a:p>
            <a:r>
              <a:rPr lang="hu-HU" sz="1600"/>
              <a:t>U</a:t>
            </a:r>
            <a:r>
              <a:rPr lang="en-US" sz="1600"/>
              <a:t>se </a:t>
            </a:r>
            <a:r>
              <a:rPr lang="en-US" sz="1600" b="1"/>
              <a:t>only the data necessary </a:t>
            </a:r>
            <a:r>
              <a:rPr lang="en-US" sz="1600"/>
              <a:t>for conversion prediction</a:t>
            </a:r>
            <a:endParaRPr lang="hu-HU" sz="1600"/>
          </a:p>
          <a:p>
            <a:r>
              <a:rPr lang="en-US" sz="1600" b="1"/>
              <a:t>Avoid</a:t>
            </a:r>
            <a:r>
              <a:rPr lang="en-US" sz="1600"/>
              <a:t> processing </a:t>
            </a:r>
            <a:r>
              <a:rPr lang="en-US" sz="1600" b="1"/>
              <a:t>sensitive</a:t>
            </a:r>
            <a:r>
              <a:rPr lang="en-US" sz="1600"/>
              <a:t> or irrelevant personal </a:t>
            </a:r>
            <a:r>
              <a:rPr lang="en-US" sz="1600" b="1"/>
              <a:t>attributes</a:t>
            </a:r>
            <a:endParaRPr lang="en-US" sz="1600" b="1">
              <a:ea typeface="Roboto"/>
              <a:cs typeface="Roboto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7903402" y="3592257"/>
            <a:ext cx="3716359" cy="102598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r>
              <a:rPr lang="en-US" sz="1867" b="1">
                <a:solidFill>
                  <a:schemeClr val="accent5"/>
                </a:solidFill>
                <a:latin typeface="+mj-lt"/>
              </a:rPr>
              <a:t> Model Accountability</a:t>
            </a:r>
            <a:endParaRPr lang="hu-HU" sz="1867" b="1">
              <a:solidFill>
                <a:schemeClr val="accent5"/>
              </a:solidFill>
              <a:latin typeface="+mj-lt"/>
            </a:endParaRPr>
          </a:p>
          <a:p>
            <a:r>
              <a:rPr lang="en-US" sz="1600" b="1"/>
              <a:t>Maintain logs </a:t>
            </a:r>
            <a:r>
              <a:rPr lang="en-US" sz="1600"/>
              <a:t>and audit trails of predictions and outcomes</a:t>
            </a:r>
            <a:endParaRPr lang="hu-HU" sz="1600"/>
          </a:p>
          <a:p>
            <a:r>
              <a:rPr lang="en-US" sz="1600"/>
              <a:t>Implement </a:t>
            </a:r>
            <a:r>
              <a:rPr lang="en-US" sz="1600" b="1"/>
              <a:t>human oversight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903402" y="5251795"/>
            <a:ext cx="3716359" cy="779765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r>
              <a:rPr lang="en-US" sz="1867" b="1">
                <a:solidFill>
                  <a:schemeClr val="accent6"/>
                </a:solidFill>
                <a:latin typeface="+mj-lt"/>
              </a:rPr>
              <a:t>Purpose Limitation</a:t>
            </a:r>
            <a:endParaRPr lang="hu-HU" sz="1867" b="1">
              <a:solidFill>
                <a:schemeClr val="accent6"/>
              </a:solidFill>
              <a:latin typeface="+mj-lt"/>
            </a:endParaRPr>
          </a:p>
          <a:p>
            <a:r>
              <a:rPr lang="en-US" sz="1600"/>
              <a:t>Predictions </a:t>
            </a:r>
            <a:r>
              <a:rPr lang="en-US" sz="1600" b="1"/>
              <a:t>should only be used </a:t>
            </a:r>
            <a:r>
              <a:rPr lang="en-US" sz="1600"/>
              <a:t>for the intended </a:t>
            </a:r>
            <a:r>
              <a:rPr lang="en-US" sz="1600" b="1"/>
              <a:t>marketing</a:t>
            </a:r>
            <a:r>
              <a:rPr lang="en-US" sz="1600"/>
              <a:t> </a:t>
            </a:r>
            <a:r>
              <a:rPr lang="en-US" sz="1600" b="1"/>
              <a:t>purpose</a:t>
            </a:r>
          </a:p>
        </p:txBody>
      </p:sp>
    </p:spTree>
    <p:extLst>
      <p:ext uri="{BB962C8B-B14F-4D97-AF65-F5344CB8AC3E}">
        <p14:creationId xmlns:p14="http://schemas.microsoft.com/office/powerpoint/2010/main" val="20506593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2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2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4" grpId="0" animBg="1"/>
      <p:bldP spid="35" grpId="0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/>
      <p:bldP spid="56" grpId="0"/>
      <p:bldP spid="60" grpId="0"/>
      <p:bldP spid="69" grpId="0"/>
      <p:bldP spid="7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noProof="0"/>
              <a:t>Hardware &amp; Software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Deployment Requirements I.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5477309" y="2458977"/>
            <a:ext cx="600508" cy="3302000"/>
            <a:chOff x="4495800" y="1711492"/>
            <a:chExt cx="450381" cy="2476500"/>
          </a:xfrm>
        </p:grpSpPr>
        <p:sp>
          <p:nvSpPr>
            <p:cNvPr id="29" name="Oval 28"/>
            <p:cNvSpPr/>
            <p:nvPr/>
          </p:nvSpPr>
          <p:spPr bwMode="auto">
            <a:xfrm>
              <a:off x="4495800" y="1711492"/>
              <a:ext cx="152400" cy="1524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2400" noProof="0"/>
            </a:p>
          </p:txBody>
        </p:sp>
        <p:sp>
          <p:nvSpPr>
            <p:cNvPr id="30" name="Oval 29"/>
            <p:cNvSpPr/>
            <p:nvPr/>
          </p:nvSpPr>
          <p:spPr bwMode="auto">
            <a:xfrm>
              <a:off x="4495800" y="2873543"/>
              <a:ext cx="152400" cy="1524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2400" noProof="0"/>
            </a:p>
          </p:txBody>
        </p:sp>
        <p:sp>
          <p:nvSpPr>
            <p:cNvPr id="31" name="Oval 30"/>
            <p:cNvSpPr/>
            <p:nvPr/>
          </p:nvSpPr>
          <p:spPr bwMode="auto">
            <a:xfrm>
              <a:off x="4495800" y="4035592"/>
              <a:ext cx="152400" cy="1524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2400" noProof="0"/>
            </a:p>
          </p:txBody>
        </p:sp>
        <p:cxnSp>
          <p:nvCxnSpPr>
            <p:cNvPr id="52" name="Straight Connector 51"/>
            <p:cNvCxnSpPr>
              <a:stCxn id="29" idx="4"/>
              <a:endCxn id="30" idx="0"/>
            </p:cNvCxnSpPr>
            <p:nvPr/>
          </p:nvCxnSpPr>
          <p:spPr>
            <a:xfrm>
              <a:off x="4572000" y="1863892"/>
              <a:ext cx="0" cy="1009651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>
              <a:stCxn id="30" idx="4"/>
              <a:endCxn id="31" idx="0"/>
            </p:cNvCxnSpPr>
            <p:nvPr/>
          </p:nvCxnSpPr>
          <p:spPr>
            <a:xfrm>
              <a:off x="4572000" y="3025943"/>
              <a:ext cx="0" cy="1009649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>
              <a:stCxn id="29" idx="6"/>
            </p:cNvCxnSpPr>
            <p:nvPr/>
          </p:nvCxnSpPr>
          <p:spPr>
            <a:xfrm>
              <a:off x="4648200" y="1787692"/>
              <a:ext cx="297981" cy="1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>
              <a:stCxn id="30" idx="6"/>
            </p:cNvCxnSpPr>
            <p:nvPr/>
          </p:nvCxnSpPr>
          <p:spPr>
            <a:xfrm>
              <a:off x="4648200" y="2949743"/>
              <a:ext cx="297981" cy="1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>
              <a:stCxn id="31" idx="6"/>
            </p:cNvCxnSpPr>
            <p:nvPr/>
          </p:nvCxnSpPr>
          <p:spPr>
            <a:xfrm>
              <a:off x="4648200" y="4111792"/>
              <a:ext cx="297981" cy="1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Rounded Rectangle 1"/>
          <p:cNvSpPr/>
          <p:nvPr/>
        </p:nvSpPr>
        <p:spPr bwMode="auto">
          <a:xfrm>
            <a:off x="508000" y="1883472"/>
            <a:ext cx="4572001" cy="4453017"/>
          </a:xfrm>
          <a:prstGeom prst="roundRect">
            <a:avLst>
              <a:gd name="adj" fmla="val 3901"/>
            </a:avLst>
          </a:prstGeom>
          <a:solidFill>
            <a:schemeClr val="bg1">
              <a:lumMod val="9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 noProof="0"/>
          </a:p>
        </p:txBody>
      </p:sp>
      <p:sp>
        <p:nvSpPr>
          <p:cNvPr id="32" name="Inhaltsplatzhalter 4"/>
          <p:cNvSpPr txBox="1">
            <a:spLocks/>
          </p:cNvSpPr>
          <p:nvPr/>
        </p:nvSpPr>
        <p:spPr>
          <a:xfrm>
            <a:off x="868239" y="4790211"/>
            <a:ext cx="3851520" cy="1166410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300" b="1">
                <a:solidFill>
                  <a:schemeClr val="bg1">
                    <a:lumMod val="65000"/>
                  </a:schemeClr>
                </a:solidFill>
                <a:latin typeface="+mj-lt"/>
              </a:rPr>
              <a:t>Advantages:</a:t>
            </a:r>
            <a:r>
              <a:rPr lang="en-US" sz="1300">
                <a:solidFill>
                  <a:schemeClr val="bg1">
                    <a:lumMod val="65000"/>
                  </a:schemeClr>
                </a:solidFill>
                <a:latin typeface="+mj-lt"/>
              </a:rPr>
              <a:t> true pay-as-you-go billing</a:t>
            </a:r>
            <a:r>
              <a:rPr lang="en-US" sz="1300" noProof="0">
                <a:solidFill>
                  <a:schemeClr val="bg1">
                    <a:lumMod val="65000"/>
                  </a:schemeClr>
                </a:solidFill>
                <a:latin typeface="+mj-lt"/>
              </a:rPr>
              <a:t>, </a:t>
            </a:r>
            <a:r>
              <a:rPr lang="en-US" sz="1300">
                <a:solidFill>
                  <a:schemeClr val="bg1">
                    <a:lumMod val="65000"/>
                  </a:schemeClr>
                </a:solidFill>
                <a:latin typeface="+mj-lt"/>
              </a:rPr>
              <a:t>seamless autoscaling</a:t>
            </a:r>
            <a:r>
              <a:rPr lang="en-US" sz="1300" noProof="0">
                <a:solidFill>
                  <a:schemeClr val="bg1">
                    <a:lumMod val="65000"/>
                  </a:schemeClr>
                </a:solidFill>
                <a:latin typeface="+mj-lt"/>
              </a:rPr>
              <a:t>, </a:t>
            </a:r>
            <a:r>
              <a:rPr lang="en-US" sz="1300">
                <a:solidFill>
                  <a:schemeClr val="bg1">
                    <a:lumMod val="65000"/>
                  </a:schemeClr>
                </a:solidFill>
                <a:latin typeface="+mj-lt"/>
              </a:rPr>
              <a:t>managed infrastructure (no OS or cluster ops), </a:t>
            </a:r>
            <a:r>
              <a:rPr lang="en-US" sz="1300" noProof="0">
                <a:solidFill>
                  <a:schemeClr val="bg1">
                    <a:lumMod val="65000"/>
                  </a:schemeClr>
                </a:solidFill>
                <a:latin typeface="+mj-lt"/>
              </a:rPr>
              <a:t>and </a:t>
            </a:r>
            <a:r>
              <a:rPr lang="en-US" sz="1300">
                <a:solidFill>
                  <a:schemeClr val="bg1">
                    <a:lumMod val="65000"/>
                  </a:schemeClr>
                </a:solidFill>
                <a:latin typeface="+mj-lt"/>
              </a:rPr>
              <a:t>built-in cost optimization via the AWS Pricing Calculator</a:t>
            </a:r>
            <a:r>
              <a:rPr lang="en-US" sz="1300" noProof="0">
                <a:solidFill>
                  <a:schemeClr val="bg1">
                    <a:lumMod val="65000"/>
                  </a:schemeClr>
                </a:solidFill>
                <a:latin typeface="+mj-lt"/>
              </a:rPr>
              <a:t>.</a:t>
            </a:r>
          </a:p>
        </p:txBody>
      </p:sp>
      <p:sp>
        <p:nvSpPr>
          <p:cNvPr id="42" name="Inhaltsplatzhalter 4"/>
          <p:cNvSpPr txBox="1">
            <a:spLocks/>
          </p:cNvSpPr>
          <p:nvPr/>
        </p:nvSpPr>
        <p:spPr>
          <a:xfrm>
            <a:off x="868239" y="4212124"/>
            <a:ext cx="3851520" cy="363689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0000"/>
              </a:lnSpc>
              <a:buNone/>
            </a:pPr>
            <a:r>
              <a:rPr lang="en-US" sz="2100" b="1">
                <a:solidFill>
                  <a:schemeClr val="accent1"/>
                </a:solidFill>
                <a:latin typeface="+mj-lt"/>
              </a:rPr>
              <a:t>Cloud deployment</a:t>
            </a:r>
            <a:endParaRPr lang="en-US" sz="1467" b="1" noProof="0">
              <a:solidFill>
                <a:schemeClr val="accent1"/>
              </a:solidFill>
              <a:latin typeface="+mn-lt"/>
            </a:endParaRPr>
          </a:p>
        </p:txBody>
      </p:sp>
      <p:cxnSp>
        <p:nvCxnSpPr>
          <p:cNvPr id="43" name="Straight Connector 42"/>
          <p:cNvCxnSpPr/>
          <p:nvPr/>
        </p:nvCxnSpPr>
        <p:spPr>
          <a:xfrm>
            <a:off x="2163286" y="4745352"/>
            <a:ext cx="1261428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Group 43"/>
          <p:cNvGrpSpPr/>
          <p:nvPr/>
        </p:nvGrpSpPr>
        <p:grpSpPr>
          <a:xfrm>
            <a:off x="2067573" y="2389106"/>
            <a:ext cx="1452855" cy="1289657"/>
            <a:chOff x="10947400" y="1933575"/>
            <a:chExt cx="579438" cy="514350"/>
          </a:xfrm>
          <a:solidFill>
            <a:schemeClr val="bg1">
              <a:lumMod val="50000"/>
            </a:schemeClr>
          </a:solidFill>
        </p:grpSpPr>
        <p:sp>
          <p:nvSpPr>
            <p:cNvPr id="45" name="Freeform 44"/>
            <p:cNvSpPr>
              <a:spLocks noEditPoints="1"/>
            </p:cNvSpPr>
            <p:nvPr/>
          </p:nvSpPr>
          <p:spPr bwMode="auto">
            <a:xfrm>
              <a:off x="10947400" y="1933575"/>
              <a:ext cx="579438" cy="514350"/>
            </a:xfrm>
            <a:custGeom>
              <a:avLst/>
              <a:gdLst>
                <a:gd name="T0" fmla="*/ 1485 w 3650"/>
                <a:gd name="T1" fmla="*/ 2859 h 3244"/>
                <a:gd name="T2" fmla="*/ 1446 w 3650"/>
                <a:gd name="T3" fmla="*/ 2997 h 3244"/>
                <a:gd name="T4" fmla="*/ 2253 w 3650"/>
                <a:gd name="T5" fmla="*/ 3076 h 3244"/>
                <a:gd name="T6" fmla="*/ 2186 w 3650"/>
                <a:gd name="T7" fmla="*/ 2953 h 3244"/>
                <a:gd name="T8" fmla="*/ 2161 w 3650"/>
                <a:gd name="T9" fmla="*/ 2810 h 3244"/>
                <a:gd name="T10" fmla="*/ 168 w 3650"/>
                <a:gd name="T11" fmla="*/ 1989 h 3244"/>
                <a:gd name="T12" fmla="*/ 178 w 3650"/>
                <a:gd name="T13" fmla="*/ 2460 h 3244"/>
                <a:gd name="T14" fmla="*/ 220 w 3650"/>
                <a:gd name="T15" fmla="*/ 2483 h 3244"/>
                <a:gd name="T16" fmla="*/ 3461 w 3650"/>
                <a:gd name="T17" fmla="*/ 2472 h 3244"/>
                <a:gd name="T18" fmla="*/ 3482 w 3650"/>
                <a:gd name="T19" fmla="*/ 2430 h 3244"/>
                <a:gd name="T20" fmla="*/ 220 w 3650"/>
                <a:gd name="T21" fmla="*/ 167 h 3244"/>
                <a:gd name="T22" fmla="*/ 178 w 3650"/>
                <a:gd name="T23" fmla="*/ 188 h 3244"/>
                <a:gd name="T24" fmla="*/ 168 w 3650"/>
                <a:gd name="T25" fmla="*/ 1820 h 3244"/>
                <a:gd name="T26" fmla="*/ 3479 w 3650"/>
                <a:gd name="T27" fmla="*/ 203 h 3244"/>
                <a:gd name="T28" fmla="*/ 3446 w 3650"/>
                <a:gd name="T29" fmla="*/ 169 h 3244"/>
                <a:gd name="T30" fmla="*/ 220 w 3650"/>
                <a:gd name="T31" fmla="*/ 0 h 3244"/>
                <a:gd name="T32" fmla="*/ 3500 w 3650"/>
                <a:gd name="T33" fmla="*/ 11 h 3244"/>
                <a:gd name="T34" fmla="*/ 3586 w 3650"/>
                <a:gd name="T35" fmla="*/ 64 h 3244"/>
                <a:gd name="T36" fmla="*/ 3639 w 3650"/>
                <a:gd name="T37" fmla="*/ 150 h 3244"/>
                <a:gd name="T38" fmla="*/ 3650 w 3650"/>
                <a:gd name="T39" fmla="*/ 2430 h 3244"/>
                <a:gd name="T40" fmla="*/ 3626 w 3650"/>
                <a:gd name="T41" fmla="*/ 2531 h 3244"/>
                <a:gd name="T42" fmla="*/ 3559 w 3650"/>
                <a:gd name="T43" fmla="*/ 2607 h 3244"/>
                <a:gd name="T44" fmla="*/ 3465 w 3650"/>
                <a:gd name="T45" fmla="*/ 2647 h 3244"/>
                <a:gd name="T46" fmla="*/ 2330 w 3650"/>
                <a:gd name="T47" fmla="*/ 2810 h 3244"/>
                <a:gd name="T48" fmla="*/ 2359 w 3650"/>
                <a:gd name="T49" fmla="*/ 2932 h 3244"/>
                <a:gd name="T50" fmla="*/ 2439 w 3650"/>
                <a:gd name="T51" fmla="*/ 3024 h 3244"/>
                <a:gd name="T52" fmla="*/ 2553 w 3650"/>
                <a:gd name="T53" fmla="*/ 3072 h 3244"/>
                <a:gd name="T54" fmla="*/ 2861 w 3650"/>
                <a:gd name="T55" fmla="*/ 3078 h 3244"/>
                <a:gd name="T56" fmla="*/ 2911 w 3650"/>
                <a:gd name="T57" fmla="*/ 3117 h 3244"/>
                <a:gd name="T58" fmla="*/ 2920 w 3650"/>
                <a:gd name="T59" fmla="*/ 3182 h 3244"/>
                <a:gd name="T60" fmla="*/ 2881 w 3650"/>
                <a:gd name="T61" fmla="*/ 3232 h 3244"/>
                <a:gd name="T62" fmla="*/ 811 w 3650"/>
                <a:gd name="T63" fmla="*/ 3244 h 3244"/>
                <a:gd name="T64" fmla="*/ 752 w 3650"/>
                <a:gd name="T65" fmla="*/ 3219 h 3244"/>
                <a:gd name="T66" fmla="*/ 727 w 3650"/>
                <a:gd name="T67" fmla="*/ 3160 h 3244"/>
                <a:gd name="T68" fmla="*/ 752 w 3650"/>
                <a:gd name="T69" fmla="*/ 3101 h 3244"/>
                <a:gd name="T70" fmla="*/ 811 w 3650"/>
                <a:gd name="T71" fmla="*/ 3076 h 3244"/>
                <a:gd name="T72" fmla="*/ 1138 w 3650"/>
                <a:gd name="T73" fmla="*/ 3062 h 3244"/>
                <a:gd name="T74" fmla="*/ 1242 w 3650"/>
                <a:gd name="T75" fmla="*/ 2998 h 3244"/>
                <a:gd name="T76" fmla="*/ 1306 w 3650"/>
                <a:gd name="T77" fmla="*/ 2894 h 3244"/>
                <a:gd name="T78" fmla="*/ 1320 w 3650"/>
                <a:gd name="T79" fmla="*/ 2650 h 3244"/>
                <a:gd name="T80" fmla="*/ 150 w 3650"/>
                <a:gd name="T81" fmla="*/ 2638 h 3244"/>
                <a:gd name="T82" fmla="*/ 64 w 3650"/>
                <a:gd name="T83" fmla="*/ 2585 h 3244"/>
                <a:gd name="T84" fmla="*/ 11 w 3650"/>
                <a:gd name="T85" fmla="*/ 2499 h 3244"/>
                <a:gd name="T86" fmla="*/ 0 w 3650"/>
                <a:gd name="T87" fmla="*/ 219 h 3244"/>
                <a:gd name="T88" fmla="*/ 24 w 3650"/>
                <a:gd name="T89" fmla="*/ 119 h 3244"/>
                <a:gd name="T90" fmla="*/ 91 w 3650"/>
                <a:gd name="T91" fmla="*/ 41 h 3244"/>
                <a:gd name="T92" fmla="*/ 185 w 3650"/>
                <a:gd name="T93" fmla="*/ 3 h 3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650" h="3244">
                  <a:moveTo>
                    <a:pt x="1489" y="2650"/>
                  </a:moveTo>
                  <a:lnTo>
                    <a:pt x="1489" y="2810"/>
                  </a:lnTo>
                  <a:lnTo>
                    <a:pt x="1485" y="2859"/>
                  </a:lnTo>
                  <a:lnTo>
                    <a:pt x="1478" y="2907"/>
                  </a:lnTo>
                  <a:lnTo>
                    <a:pt x="1464" y="2953"/>
                  </a:lnTo>
                  <a:lnTo>
                    <a:pt x="1446" y="2997"/>
                  </a:lnTo>
                  <a:lnTo>
                    <a:pt x="1424" y="3038"/>
                  </a:lnTo>
                  <a:lnTo>
                    <a:pt x="1397" y="3076"/>
                  </a:lnTo>
                  <a:lnTo>
                    <a:pt x="2253" y="3076"/>
                  </a:lnTo>
                  <a:lnTo>
                    <a:pt x="2227" y="3038"/>
                  </a:lnTo>
                  <a:lnTo>
                    <a:pt x="2204" y="2997"/>
                  </a:lnTo>
                  <a:lnTo>
                    <a:pt x="2186" y="2953"/>
                  </a:lnTo>
                  <a:lnTo>
                    <a:pt x="2172" y="2907"/>
                  </a:lnTo>
                  <a:lnTo>
                    <a:pt x="2165" y="2859"/>
                  </a:lnTo>
                  <a:lnTo>
                    <a:pt x="2161" y="2810"/>
                  </a:lnTo>
                  <a:lnTo>
                    <a:pt x="2161" y="2650"/>
                  </a:lnTo>
                  <a:lnTo>
                    <a:pt x="1489" y="2650"/>
                  </a:lnTo>
                  <a:close/>
                  <a:moveTo>
                    <a:pt x="168" y="1989"/>
                  </a:moveTo>
                  <a:lnTo>
                    <a:pt x="168" y="2430"/>
                  </a:lnTo>
                  <a:lnTo>
                    <a:pt x="171" y="2446"/>
                  </a:lnTo>
                  <a:lnTo>
                    <a:pt x="178" y="2460"/>
                  </a:lnTo>
                  <a:lnTo>
                    <a:pt x="189" y="2472"/>
                  </a:lnTo>
                  <a:lnTo>
                    <a:pt x="204" y="2479"/>
                  </a:lnTo>
                  <a:lnTo>
                    <a:pt x="220" y="2483"/>
                  </a:lnTo>
                  <a:lnTo>
                    <a:pt x="3430" y="2483"/>
                  </a:lnTo>
                  <a:lnTo>
                    <a:pt x="3446" y="2479"/>
                  </a:lnTo>
                  <a:lnTo>
                    <a:pt x="3461" y="2472"/>
                  </a:lnTo>
                  <a:lnTo>
                    <a:pt x="3472" y="2460"/>
                  </a:lnTo>
                  <a:lnTo>
                    <a:pt x="3479" y="2446"/>
                  </a:lnTo>
                  <a:lnTo>
                    <a:pt x="3482" y="2430"/>
                  </a:lnTo>
                  <a:lnTo>
                    <a:pt x="3482" y="1989"/>
                  </a:lnTo>
                  <a:lnTo>
                    <a:pt x="168" y="1989"/>
                  </a:lnTo>
                  <a:close/>
                  <a:moveTo>
                    <a:pt x="220" y="167"/>
                  </a:moveTo>
                  <a:lnTo>
                    <a:pt x="204" y="169"/>
                  </a:lnTo>
                  <a:lnTo>
                    <a:pt x="189" y="177"/>
                  </a:lnTo>
                  <a:lnTo>
                    <a:pt x="178" y="188"/>
                  </a:lnTo>
                  <a:lnTo>
                    <a:pt x="171" y="203"/>
                  </a:lnTo>
                  <a:lnTo>
                    <a:pt x="168" y="219"/>
                  </a:lnTo>
                  <a:lnTo>
                    <a:pt x="168" y="1820"/>
                  </a:lnTo>
                  <a:lnTo>
                    <a:pt x="3482" y="1820"/>
                  </a:lnTo>
                  <a:lnTo>
                    <a:pt x="3482" y="219"/>
                  </a:lnTo>
                  <a:lnTo>
                    <a:pt x="3479" y="203"/>
                  </a:lnTo>
                  <a:lnTo>
                    <a:pt x="3472" y="188"/>
                  </a:lnTo>
                  <a:lnTo>
                    <a:pt x="3461" y="177"/>
                  </a:lnTo>
                  <a:lnTo>
                    <a:pt x="3446" y="169"/>
                  </a:lnTo>
                  <a:lnTo>
                    <a:pt x="3430" y="167"/>
                  </a:lnTo>
                  <a:lnTo>
                    <a:pt x="220" y="167"/>
                  </a:lnTo>
                  <a:close/>
                  <a:moveTo>
                    <a:pt x="220" y="0"/>
                  </a:moveTo>
                  <a:lnTo>
                    <a:pt x="3430" y="0"/>
                  </a:lnTo>
                  <a:lnTo>
                    <a:pt x="3465" y="3"/>
                  </a:lnTo>
                  <a:lnTo>
                    <a:pt x="3500" y="11"/>
                  </a:lnTo>
                  <a:lnTo>
                    <a:pt x="3531" y="24"/>
                  </a:lnTo>
                  <a:lnTo>
                    <a:pt x="3559" y="41"/>
                  </a:lnTo>
                  <a:lnTo>
                    <a:pt x="3586" y="64"/>
                  </a:lnTo>
                  <a:lnTo>
                    <a:pt x="3608" y="90"/>
                  </a:lnTo>
                  <a:lnTo>
                    <a:pt x="3626" y="119"/>
                  </a:lnTo>
                  <a:lnTo>
                    <a:pt x="3639" y="150"/>
                  </a:lnTo>
                  <a:lnTo>
                    <a:pt x="3647" y="184"/>
                  </a:lnTo>
                  <a:lnTo>
                    <a:pt x="3650" y="219"/>
                  </a:lnTo>
                  <a:lnTo>
                    <a:pt x="3650" y="2430"/>
                  </a:lnTo>
                  <a:lnTo>
                    <a:pt x="3647" y="2466"/>
                  </a:lnTo>
                  <a:lnTo>
                    <a:pt x="3639" y="2499"/>
                  </a:lnTo>
                  <a:lnTo>
                    <a:pt x="3626" y="2531"/>
                  </a:lnTo>
                  <a:lnTo>
                    <a:pt x="3608" y="2560"/>
                  </a:lnTo>
                  <a:lnTo>
                    <a:pt x="3586" y="2585"/>
                  </a:lnTo>
                  <a:lnTo>
                    <a:pt x="3559" y="2607"/>
                  </a:lnTo>
                  <a:lnTo>
                    <a:pt x="3531" y="2625"/>
                  </a:lnTo>
                  <a:lnTo>
                    <a:pt x="3500" y="2638"/>
                  </a:lnTo>
                  <a:lnTo>
                    <a:pt x="3465" y="2647"/>
                  </a:lnTo>
                  <a:lnTo>
                    <a:pt x="3430" y="2650"/>
                  </a:lnTo>
                  <a:lnTo>
                    <a:pt x="2330" y="2650"/>
                  </a:lnTo>
                  <a:lnTo>
                    <a:pt x="2330" y="2810"/>
                  </a:lnTo>
                  <a:lnTo>
                    <a:pt x="2334" y="2853"/>
                  </a:lnTo>
                  <a:lnTo>
                    <a:pt x="2344" y="2894"/>
                  </a:lnTo>
                  <a:lnTo>
                    <a:pt x="2359" y="2932"/>
                  </a:lnTo>
                  <a:lnTo>
                    <a:pt x="2381" y="2967"/>
                  </a:lnTo>
                  <a:lnTo>
                    <a:pt x="2408" y="2998"/>
                  </a:lnTo>
                  <a:lnTo>
                    <a:pt x="2439" y="3024"/>
                  </a:lnTo>
                  <a:lnTo>
                    <a:pt x="2474" y="3046"/>
                  </a:lnTo>
                  <a:lnTo>
                    <a:pt x="2512" y="3062"/>
                  </a:lnTo>
                  <a:lnTo>
                    <a:pt x="2553" y="3072"/>
                  </a:lnTo>
                  <a:lnTo>
                    <a:pt x="2597" y="3076"/>
                  </a:lnTo>
                  <a:lnTo>
                    <a:pt x="2839" y="3076"/>
                  </a:lnTo>
                  <a:lnTo>
                    <a:pt x="2861" y="3078"/>
                  </a:lnTo>
                  <a:lnTo>
                    <a:pt x="2881" y="3087"/>
                  </a:lnTo>
                  <a:lnTo>
                    <a:pt x="2898" y="3101"/>
                  </a:lnTo>
                  <a:lnTo>
                    <a:pt x="2911" y="3117"/>
                  </a:lnTo>
                  <a:lnTo>
                    <a:pt x="2920" y="3137"/>
                  </a:lnTo>
                  <a:lnTo>
                    <a:pt x="2923" y="3160"/>
                  </a:lnTo>
                  <a:lnTo>
                    <a:pt x="2920" y="3182"/>
                  </a:lnTo>
                  <a:lnTo>
                    <a:pt x="2911" y="3202"/>
                  </a:lnTo>
                  <a:lnTo>
                    <a:pt x="2898" y="3219"/>
                  </a:lnTo>
                  <a:lnTo>
                    <a:pt x="2881" y="3232"/>
                  </a:lnTo>
                  <a:lnTo>
                    <a:pt x="2861" y="3241"/>
                  </a:lnTo>
                  <a:lnTo>
                    <a:pt x="2839" y="3244"/>
                  </a:lnTo>
                  <a:lnTo>
                    <a:pt x="811" y="3244"/>
                  </a:lnTo>
                  <a:lnTo>
                    <a:pt x="789" y="3241"/>
                  </a:lnTo>
                  <a:lnTo>
                    <a:pt x="769" y="3232"/>
                  </a:lnTo>
                  <a:lnTo>
                    <a:pt x="752" y="3219"/>
                  </a:lnTo>
                  <a:lnTo>
                    <a:pt x="739" y="3202"/>
                  </a:lnTo>
                  <a:lnTo>
                    <a:pt x="730" y="3182"/>
                  </a:lnTo>
                  <a:lnTo>
                    <a:pt x="727" y="3160"/>
                  </a:lnTo>
                  <a:lnTo>
                    <a:pt x="730" y="3137"/>
                  </a:lnTo>
                  <a:lnTo>
                    <a:pt x="739" y="3117"/>
                  </a:lnTo>
                  <a:lnTo>
                    <a:pt x="752" y="3101"/>
                  </a:lnTo>
                  <a:lnTo>
                    <a:pt x="769" y="3087"/>
                  </a:lnTo>
                  <a:lnTo>
                    <a:pt x="789" y="3078"/>
                  </a:lnTo>
                  <a:lnTo>
                    <a:pt x="811" y="3076"/>
                  </a:lnTo>
                  <a:lnTo>
                    <a:pt x="1053" y="3076"/>
                  </a:lnTo>
                  <a:lnTo>
                    <a:pt x="1097" y="3072"/>
                  </a:lnTo>
                  <a:lnTo>
                    <a:pt x="1138" y="3062"/>
                  </a:lnTo>
                  <a:lnTo>
                    <a:pt x="1176" y="3046"/>
                  </a:lnTo>
                  <a:lnTo>
                    <a:pt x="1211" y="3024"/>
                  </a:lnTo>
                  <a:lnTo>
                    <a:pt x="1242" y="2998"/>
                  </a:lnTo>
                  <a:lnTo>
                    <a:pt x="1269" y="2967"/>
                  </a:lnTo>
                  <a:lnTo>
                    <a:pt x="1291" y="2932"/>
                  </a:lnTo>
                  <a:lnTo>
                    <a:pt x="1306" y="2894"/>
                  </a:lnTo>
                  <a:lnTo>
                    <a:pt x="1316" y="2853"/>
                  </a:lnTo>
                  <a:lnTo>
                    <a:pt x="1320" y="2810"/>
                  </a:lnTo>
                  <a:lnTo>
                    <a:pt x="1320" y="2650"/>
                  </a:lnTo>
                  <a:lnTo>
                    <a:pt x="220" y="2650"/>
                  </a:lnTo>
                  <a:lnTo>
                    <a:pt x="185" y="2647"/>
                  </a:lnTo>
                  <a:lnTo>
                    <a:pt x="150" y="2638"/>
                  </a:lnTo>
                  <a:lnTo>
                    <a:pt x="119" y="2625"/>
                  </a:lnTo>
                  <a:lnTo>
                    <a:pt x="91" y="2607"/>
                  </a:lnTo>
                  <a:lnTo>
                    <a:pt x="64" y="2585"/>
                  </a:lnTo>
                  <a:lnTo>
                    <a:pt x="42" y="2560"/>
                  </a:lnTo>
                  <a:lnTo>
                    <a:pt x="24" y="2531"/>
                  </a:lnTo>
                  <a:lnTo>
                    <a:pt x="11" y="2499"/>
                  </a:lnTo>
                  <a:lnTo>
                    <a:pt x="3" y="2466"/>
                  </a:lnTo>
                  <a:lnTo>
                    <a:pt x="0" y="2430"/>
                  </a:lnTo>
                  <a:lnTo>
                    <a:pt x="0" y="219"/>
                  </a:lnTo>
                  <a:lnTo>
                    <a:pt x="3" y="184"/>
                  </a:lnTo>
                  <a:lnTo>
                    <a:pt x="11" y="150"/>
                  </a:lnTo>
                  <a:lnTo>
                    <a:pt x="24" y="119"/>
                  </a:lnTo>
                  <a:lnTo>
                    <a:pt x="42" y="90"/>
                  </a:lnTo>
                  <a:lnTo>
                    <a:pt x="64" y="64"/>
                  </a:lnTo>
                  <a:lnTo>
                    <a:pt x="91" y="41"/>
                  </a:lnTo>
                  <a:lnTo>
                    <a:pt x="119" y="24"/>
                  </a:lnTo>
                  <a:lnTo>
                    <a:pt x="150" y="11"/>
                  </a:lnTo>
                  <a:lnTo>
                    <a:pt x="185" y="3"/>
                  </a:lnTo>
                  <a:lnTo>
                    <a:pt x="22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noProof="0"/>
            </a:p>
          </p:txBody>
        </p:sp>
        <p:sp>
          <p:nvSpPr>
            <p:cNvPr id="46" name="Freeform 45"/>
            <p:cNvSpPr>
              <a:spLocks/>
            </p:cNvSpPr>
            <p:nvPr/>
          </p:nvSpPr>
          <p:spPr bwMode="auto">
            <a:xfrm>
              <a:off x="11222038" y="2273300"/>
              <a:ext cx="30163" cy="28575"/>
            </a:xfrm>
            <a:custGeom>
              <a:avLst/>
              <a:gdLst>
                <a:gd name="T0" fmla="*/ 91 w 182"/>
                <a:gd name="T1" fmla="*/ 0 h 181"/>
                <a:gd name="T2" fmla="*/ 115 w 182"/>
                <a:gd name="T3" fmla="*/ 3 h 181"/>
                <a:gd name="T4" fmla="*/ 136 w 182"/>
                <a:gd name="T5" fmla="*/ 12 h 181"/>
                <a:gd name="T6" fmla="*/ 155 w 182"/>
                <a:gd name="T7" fmla="*/ 26 h 181"/>
                <a:gd name="T8" fmla="*/ 170 w 182"/>
                <a:gd name="T9" fmla="*/ 45 h 181"/>
                <a:gd name="T10" fmla="*/ 178 w 182"/>
                <a:gd name="T11" fmla="*/ 66 h 181"/>
                <a:gd name="T12" fmla="*/ 182 w 182"/>
                <a:gd name="T13" fmla="*/ 90 h 181"/>
                <a:gd name="T14" fmla="*/ 178 w 182"/>
                <a:gd name="T15" fmla="*/ 115 h 181"/>
                <a:gd name="T16" fmla="*/ 170 w 182"/>
                <a:gd name="T17" fmla="*/ 137 h 181"/>
                <a:gd name="T18" fmla="*/ 155 w 182"/>
                <a:gd name="T19" fmla="*/ 154 h 181"/>
                <a:gd name="T20" fmla="*/ 136 w 182"/>
                <a:gd name="T21" fmla="*/ 169 h 181"/>
                <a:gd name="T22" fmla="*/ 115 w 182"/>
                <a:gd name="T23" fmla="*/ 178 h 181"/>
                <a:gd name="T24" fmla="*/ 91 w 182"/>
                <a:gd name="T25" fmla="*/ 181 h 181"/>
                <a:gd name="T26" fmla="*/ 67 w 182"/>
                <a:gd name="T27" fmla="*/ 178 h 181"/>
                <a:gd name="T28" fmla="*/ 46 w 182"/>
                <a:gd name="T29" fmla="*/ 169 h 181"/>
                <a:gd name="T30" fmla="*/ 27 w 182"/>
                <a:gd name="T31" fmla="*/ 154 h 181"/>
                <a:gd name="T32" fmla="*/ 12 w 182"/>
                <a:gd name="T33" fmla="*/ 137 h 181"/>
                <a:gd name="T34" fmla="*/ 4 w 182"/>
                <a:gd name="T35" fmla="*/ 115 h 181"/>
                <a:gd name="T36" fmla="*/ 0 w 182"/>
                <a:gd name="T37" fmla="*/ 90 h 181"/>
                <a:gd name="T38" fmla="*/ 4 w 182"/>
                <a:gd name="T39" fmla="*/ 66 h 181"/>
                <a:gd name="T40" fmla="*/ 12 w 182"/>
                <a:gd name="T41" fmla="*/ 45 h 181"/>
                <a:gd name="T42" fmla="*/ 27 w 182"/>
                <a:gd name="T43" fmla="*/ 26 h 181"/>
                <a:gd name="T44" fmla="*/ 46 w 182"/>
                <a:gd name="T45" fmla="*/ 12 h 181"/>
                <a:gd name="T46" fmla="*/ 67 w 182"/>
                <a:gd name="T47" fmla="*/ 3 h 181"/>
                <a:gd name="T48" fmla="*/ 91 w 182"/>
                <a:gd name="T4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82" h="181">
                  <a:moveTo>
                    <a:pt x="91" y="0"/>
                  </a:moveTo>
                  <a:lnTo>
                    <a:pt x="115" y="3"/>
                  </a:lnTo>
                  <a:lnTo>
                    <a:pt x="136" y="12"/>
                  </a:lnTo>
                  <a:lnTo>
                    <a:pt x="155" y="26"/>
                  </a:lnTo>
                  <a:lnTo>
                    <a:pt x="170" y="45"/>
                  </a:lnTo>
                  <a:lnTo>
                    <a:pt x="178" y="66"/>
                  </a:lnTo>
                  <a:lnTo>
                    <a:pt x="182" y="90"/>
                  </a:lnTo>
                  <a:lnTo>
                    <a:pt x="178" y="115"/>
                  </a:lnTo>
                  <a:lnTo>
                    <a:pt x="170" y="137"/>
                  </a:lnTo>
                  <a:lnTo>
                    <a:pt x="155" y="154"/>
                  </a:lnTo>
                  <a:lnTo>
                    <a:pt x="136" y="169"/>
                  </a:lnTo>
                  <a:lnTo>
                    <a:pt x="115" y="178"/>
                  </a:lnTo>
                  <a:lnTo>
                    <a:pt x="91" y="181"/>
                  </a:lnTo>
                  <a:lnTo>
                    <a:pt x="67" y="178"/>
                  </a:lnTo>
                  <a:lnTo>
                    <a:pt x="46" y="169"/>
                  </a:lnTo>
                  <a:lnTo>
                    <a:pt x="27" y="154"/>
                  </a:lnTo>
                  <a:lnTo>
                    <a:pt x="12" y="137"/>
                  </a:lnTo>
                  <a:lnTo>
                    <a:pt x="4" y="115"/>
                  </a:lnTo>
                  <a:lnTo>
                    <a:pt x="0" y="90"/>
                  </a:lnTo>
                  <a:lnTo>
                    <a:pt x="4" y="66"/>
                  </a:lnTo>
                  <a:lnTo>
                    <a:pt x="12" y="45"/>
                  </a:lnTo>
                  <a:lnTo>
                    <a:pt x="27" y="26"/>
                  </a:lnTo>
                  <a:lnTo>
                    <a:pt x="46" y="12"/>
                  </a:lnTo>
                  <a:lnTo>
                    <a:pt x="67" y="3"/>
                  </a:lnTo>
                  <a:lnTo>
                    <a:pt x="9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noProof="0"/>
            </a:p>
          </p:txBody>
        </p:sp>
        <p:sp>
          <p:nvSpPr>
            <p:cNvPr id="47" name="Freeform 8"/>
            <p:cNvSpPr>
              <a:spLocks/>
            </p:cNvSpPr>
            <p:nvPr/>
          </p:nvSpPr>
          <p:spPr bwMode="auto">
            <a:xfrm>
              <a:off x="11142663" y="2020888"/>
              <a:ext cx="120650" cy="120650"/>
            </a:xfrm>
            <a:custGeom>
              <a:avLst/>
              <a:gdLst>
                <a:gd name="T0" fmla="*/ 669 w 762"/>
                <a:gd name="T1" fmla="*/ 0 h 761"/>
                <a:gd name="T2" fmla="*/ 688 w 762"/>
                <a:gd name="T3" fmla="*/ 0 h 761"/>
                <a:gd name="T4" fmla="*/ 706 w 762"/>
                <a:gd name="T5" fmla="*/ 4 h 761"/>
                <a:gd name="T6" fmla="*/ 723 w 762"/>
                <a:gd name="T7" fmla="*/ 12 h 761"/>
                <a:gd name="T8" fmla="*/ 738 w 762"/>
                <a:gd name="T9" fmla="*/ 24 h 761"/>
                <a:gd name="T10" fmla="*/ 750 w 762"/>
                <a:gd name="T11" fmla="*/ 39 h 761"/>
                <a:gd name="T12" fmla="*/ 759 w 762"/>
                <a:gd name="T13" fmla="*/ 56 h 761"/>
                <a:gd name="T14" fmla="*/ 762 w 762"/>
                <a:gd name="T15" fmla="*/ 73 h 761"/>
                <a:gd name="T16" fmla="*/ 762 w 762"/>
                <a:gd name="T17" fmla="*/ 92 h 761"/>
                <a:gd name="T18" fmla="*/ 759 w 762"/>
                <a:gd name="T19" fmla="*/ 110 h 761"/>
                <a:gd name="T20" fmla="*/ 750 w 762"/>
                <a:gd name="T21" fmla="*/ 128 h 761"/>
                <a:gd name="T22" fmla="*/ 738 w 762"/>
                <a:gd name="T23" fmla="*/ 143 h 761"/>
                <a:gd name="T24" fmla="*/ 144 w 762"/>
                <a:gd name="T25" fmla="*/ 736 h 761"/>
                <a:gd name="T26" fmla="*/ 131 w 762"/>
                <a:gd name="T27" fmla="*/ 747 h 761"/>
                <a:gd name="T28" fmla="*/ 116 w 762"/>
                <a:gd name="T29" fmla="*/ 754 h 761"/>
                <a:gd name="T30" fmla="*/ 101 w 762"/>
                <a:gd name="T31" fmla="*/ 759 h 761"/>
                <a:gd name="T32" fmla="*/ 84 w 762"/>
                <a:gd name="T33" fmla="*/ 761 h 761"/>
                <a:gd name="T34" fmla="*/ 68 w 762"/>
                <a:gd name="T35" fmla="*/ 759 h 761"/>
                <a:gd name="T36" fmla="*/ 52 w 762"/>
                <a:gd name="T37" fmla="*/ 754 h 761"/>
                <a:gd name="T38" fmla="*/ 38 w 762"/>
                <a:gd name="T39" fmla="*/ 747 h 761"/>
                <a:gd name="T40" fmla="*/ 24 w 762"/>
                <a:gd name="T41" fmla="*/ 736 h 761"/>
                <a:gd name="T42" fmla="*/ 12 w 762"/>
                <a:gd name="T43" fmla="*/ 720 h 761"/>
                <a:gd name="T44" fmla="*/ 4 w 762"/>
                <a:gd name="T45" fmla="*/ 704 h 761"/>
                <a:gd name="T46" fmla="*/ 0 w 762"/>
                <a:gd name="T47" fmla="*/ 686 h 761"/>
                <a:gd name="T48" fmla="*/ 0 w 762"/>
                <a:gd name="T49" fmla="*/ 667 h 761"/>
                <a:gd name="T50" fmla="*/ 4 w 762"/>
                <a:gd name="T51" fmla="*/ 650 h 761"/>
                <a:gd name="T52" fmla="*/ 12 w 762"/>
                <a:gd name="T53" fmla="*/ 632 h 761"/>
                <a:gd name="T54" fmla="*/ 24 w 762"/>
                <a:gd name="T55" fmla="*/ 618 h 761"/>
                <a:gd name="T56" fmla="*/ 619 w 762"/>
                <a:gd name="T57" fmla="*/ 24 h 761"/>
                <a:gd name="T58" fmla="*/ 635 w 762"/>
                <a:gd name="T59" fmla="*/ 12 h 761"/>
                <a:gd name="T60" fmla="*/ 652 w 762"/>
                <a:gd name="T61" fmla="*/ 4 h 761"/>
                <a:gd name="T62" fmla="*/ 669 w 762"/>
                <a:gd name="T63" fmla="*/ 0 h 7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762" h="761">
                  <a:moveTo>
                    <a:pt x="669" y="0"/>
                  </a:moveTo>
                  <a:lnTo>
                    <a:pt x="688" y="0"/>
                  </a:lnTo>
                  <a:lnTo>
                    <a:pt x="706" y="4"/>
                  </a:lnTo>
                  <a:lnTo>
                    <a:pt x="723" y="12"/>
                  </a:lnTo>
                  <a:lnTo>
                    <a:pt x="738" y="24"/>
                  </a:lnTo>
                  <a:lnTo>
                    <a:pt x="750" y="39"/>
                  </a:lnTo>
                  <a:lnTo>
                    <a:pt x="759" y="56"/>
                  </a:lnTo>
                  <a:lnTo>
                    <a:pt x="762" y="73"/>
                  </a:lnTo>
                  <a:lnTo>
                    <a:pt x="762" y="92"/>
                  </a:lnTo>
                  <a:lnTo>
                    <a:pt x="759" y="110"/>
                  </a:lnTo>
                  <a:lnTo>
                    <a:pt x="750" y="128"/>
                  </a:lnTo>
                  <a:lnTo>
                    <a:pt x="738" y="143"/>
                  </a:lnTo>
                  <a:lnTo>
                    <a:pt x="144" y="736"/>
                  </a:lnTo>
                  <a:lnTo>
                    <a:pt x="131" y="747"/>
                  </a:lnTo>
                  <a:lnTo>
                    <a:pt x="116" y="754"/>
                  </a:lnTo>
                  <a:lnTo>
                    <a:pt x="101" y="759"/>
                  </a:lnTo>
                  <a:lnTo>
                    <a:pt x="84" y="761"/>
                  </a:lnTo>
                  <a:lnTo>
                    <a:pt x="68" y="759"/>
                  </a:lnTo>
                  <a:lnTo>
                    <a:pt x="52" y="754"/>
                  </a:lnTo>
                  <a:lnTo>
                    <a:pt x="38" y="747"/>
                  </a:lnTo>
                  <a:lnTo>
                    <a:pt x="24" y="736"/>
                  </a:lnTo>
                  <a:lnTo>
                    <a:pt x="12" y="720"/>
                  </a:lnTo>
                  <a:lnTo>
                    <a:pt x="4" y="704"/>
                  </a:lnTo>
                  <a:lnTo>
                    <a:pt x="0" y="686"/>
                  </a:lnTo>
                  <a:lnTo>
                    <a:pt x="0" y="667"/>
                  </a:lnTo>
                  <a:lnTo>
                    <a:pt x="4" y="650"/>
                  </a:lnTo>
                  <a:lnTo>
                    <a:pt x="12" y="632"/>
                  </a:lnTo>
                  <a:lnTo>
                    <a:pt x="24" y="618"/>
                  </a:lnTo>
                  <a:lnTo>
                    <a:pt x="619" y="24"/>
                  </a:lnTo>
                  <a:lnTo>
                    <a:pt x="635" y="12"/>
                  </a:lnTo>
                  <a:lnTo>
                    <a:pt x="652" y="4"/>
                  </a:lnTo>
                  <a:lnTo>
                    <a:pt x="6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noProof="0"/>
            </a:p>
          </p:txBody>
        </p:sp>
        <p:sp>
          <p:nvSpPr>
            <p:cNvPr id="48" name="Freeform 9"/>
            <p:cNvSpPr>
              <a:spLocks/>
            </p:cNvSpPr>
            <p:nvPr/>
          </p:nvSpPr>
          <p:spPr bwMode="auto">
            <a:xfrm>
              <a:off x="11255375" y="2074863"/>
              <a:ext cx="65088" cy="65087"/>
            </a:xfrm>
            <a:custGeom>
              <a:avLst/>
              <a:gdLst>
                <a:gd name="T0" fmla="*/ 311 w 404"/>
                <a:gd name="T1" fmla="*/ 0 h 404"/>
                <a:gd name="T2" fmla="*/ 330 w 404"/>
                <a:gd name="T3" fmla="*/ 0 h 404"/>
                <a:gd name="T4" fmla="*/ 348 w 404"/>
                <a:gd name="T5" fmla="*/ 3 h 404"/>
                <a:gd name="T6" fmla="*/ 364 w 404"/>
                <a:gd name="T7" fmla="*/ 12 h 404"/>
                <a:gd name="T8" fmla="*/ 380 w 404"/>
                <a:gd name="T9" fmla="*/ 24 h 404"/>
                <a:gd name="T10" fmla="*/ 392 w 404"/>
                <a:gd name="T11" fmla="*/ 38 h 404"/>
                <a:gd name="T12" fmla="*/ 400 w 404"/>
                <a:gd name="T13" fmla="*/ 56 h 404"/>
                <a:gd name="T14" fmla="*/ 404 w 404"/>
                <a:gd name="T15" fmla="*/ 74 h 404"/>
                <a:gd name="T16" fmla="*/ 404 w 404"/>
                <a:gd name="T17" fmla="*/ 93 h 404"/>
                <a:gd name="T18" fmla="*/ 400 w 404"/>
                <a:gd name="T19" fmla="*/ 110 h 404"/>
                <a:gd name="T20" fmla="*/ 392 w 404"/>
                <a:gd name="T21" fmla="*/ 127 h 404"/>
                <a:gd name="T22" fmla="*/ 380 w 404"/>
                <a:gd name="T23" fmla="*/ 142 h 404"/>
                <a:gd name="T24" fmla="*/ 143 w 404"/>
                <a:gd name="T25" fmla="*/ 378 h 404"/>
                <a:gd name="T26" fmla="*/ 130 w 404"/>
                <a:gd name="T27" fmla="*/ 389 h 404"/>
                <a:gd name="T28" fmla="*/ 115 w 404"/>
                <a:gd name="T29" fmla="*/ 397 h 404"/>
                <a:gd name="T30" fmla="*/ 100 w 404"/>
                <a:gd name="T31" fmla="*/ 402 h 404"/>
                <a:gd name="T32" fmla="*/ 83 w 404"/>
                <a:gd name="T33" fmla="*/ 404 h 404"/>
                <a:gd name="T34" fmla="*/ 68 w 404"/>
                <a:gd name="T35" fmla="*/ 402 h 404"/>
                <a:gd name="T36" fmla="*/ 52 w 404"/>
                <a:gd name="T37" fmla="*/ 397 h 404"/>
                <a:gd name="T38" fmla="*/ 37 w 404"/>
                <a:gd name="T39" fmla="*/ 389 h 404"/>
                <a:gd name="T40" fmla="*/ 23 w 404"/>
                <a:gd name="T41" fmla="*/ 378 h 404"/>
                <a:gd name="T42" fmla="*/ 11 w 404"/>
                <a:gd name="T43" fmla="*/ 364 h 404"/>
                <a:gd name="T44" fmla="*/ 4 w 404"/>
                <a:gd name="T45" fmla="*/ 346 h 404"/>
                <a:gd name="T46" fmla="*/ 0 w 404"/>
                <a:gd name="T47" fmla="*/ 329 h 404"/>
                <a:gd name="T48" fmla="*/ 0 w 404"/>
                <a:gd name="T49" fmla="*/ 310 h 404"/>
                <a:gd name="T50" fmla="*/ 4 w 404"/>
                <a:gd name="T51" fmla="*/ 292 h 404"/>
                <a:gd name="T52" fmla="*/ 11 w 404"/>
                <a:gd name="T53" fmla="*/ 275 h 404"/>
                <a:gd name="T54" fmla="*/ 23 w 404"/>
                <a:gd name="T55" fmla="*/ 260 h 404"/>
                <a:gd name="T56" fmla="*/ 261 w 404"/>
                <a:gd name="T57" fmla="*/ 24 h 404"/>
                <a:gd name="T58" fmla="*/ 276 w 404"/>
                <a:gd name="T59" fmla="*/ 12 h 404"/>
                <a:gd name="T60" fmla="*/ 293 w 404"/>
                <a:gd name="T61" fmla="*/ 3 h 404"/>
                <a:gd name="T62" fmla="*/ 311 w 404"/>
                <a:gd name="T63" fmla="*/ 0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04" h="404">
                  <a:moveTo>
                    <a:pt x="311" y="0"/>
                  </a:moveTo>
                  <a:lnTo>
                    <a:pt x="330" y="0"/>
                  </a:lnTo>
                  <a:lnTo>
                    <a:pt x="348" y="3"/>
                  </a:lnTo>
                  <a:lnTo>
                    <a:pt x="364" y="12"/>
                  </a:lnTo>
                  <a:lnTo>
                    <a:pt x="380" y="24"/>
                  </a:lnTo>
                  <a:lnTo>
                    <a:pt x="392" y="38"/>
                  </a:lnTo>
                  <a:lnTo>
                    <a:pt x="400" y="56"/>
                  </a:lnTo>
                  <a:lnTo>
                    <a:pt x="404" y="74"/>
                  </a:lnTo>
                  <a:lnTo>
                    <a:pt x="404" y="93"/>
                  </a:lnTo>
                  <a:lnTo>
                    <a:pt x="400" y="110"/>
                  </a:lnTo>
                  <a:lnTo>
                    <a:pt x="392" y="127"/>
                  </a:lnTo>
                  <a:lnTo>
                    <a:pt x="380" y="142"/>
                  </a:lnTo>
                  <a:lnTo>
                    <a:pt x="143" y="378"/>
                  </a:lnTo>
                  <a:lnTo>
                    <a:pt x="130" y="389"/>
                  </a:lnTo>
                  <a:lnTo>
                    <a:pt x="115" y="397"/>
                  </a:lnTo>
                  <a:lnTo>
                    <a:pt x="100" y="402"/>
                  </a:lnTo>
                  <a:lnTo>
                    <a:pt x="83" y="404"/>
                  </a:lnTo>
                  <a:lnTo>
                    <a:pt x="68" y="402"/>
                  </a:lnTo>
                  <a:lnTo>
                    <a:pt x="52" y="397"/>
                  </a:lnTo>
                  <a:lnTo>
                    <a:pt x="37" y="389"/>
                  </a:lnTo>
                  <a:lnTo>
                    <a:pt x="23" y="378"/>
                  </a:lnTo>
                  <a:lnTo>
                    <a:pt x="11" y="364"/>
                  </a:lnTo>
                  <a:lnTo>
                    <a:pt x="4" y="346"/>
                  </a:lnTo>
                  <a:lnTo>
                    <a:pt x="0" y="329"/>
                  </a:lnTo>
                  <a:lnTo>
                    <a:pt x="0" y="310"/>
                  </a:lnTo>
                  <a:lnTo>
                    <a:pt x="4" y="292"/>
                  </a:lnTo>
                  <a:lnTo>
                    <a:pt x="11" y="275"/>
                  </a:lnTo>
                  <a:lnTo>
                    <a:pt x="23" y="260"/>
                  </a:lnTo>
                  <a:lnTo>
                    <a:pt x="261" y="24"/>
                  </a:lnTo>
                  <a:lnTo>
                    <a:pt x="276" y="12"/>
                  </a:lnTo>
                  <a:lnTo>
                    <a:pt x="293" y="3"/>
                  </a:lnTo>
                  <a:lnTo>
                    <a:pt x="3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noProof="0"/>
            </a:p>
          </p:txBody>
        </p:sp>
      </p:grpSp>
      <p:sp>
        <p:nvSpPr>
          <p:cNvPr id="49" name="Inhaltsplatzhalter 4"/>
          <p:cNvSpPr txBox="1">
            <a:spLocks/>
          </p:cNvSpPr>
          <p:nvPr/>
        </p:nvSpPr>
        <p:spPr>
          <a:xfrm>
            <a:off x="7075632" y="1763855"/>
            <a:ext cx="4608368" cy="1593450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1850" b="1">
                <a:solidFill>
                  <a:schemeClr val="accent1"/>
                </a:solidFill>
                <a:latin typeface="+mj-lt"/>
                <a:ea typeface="Roboto Slab"/>
                <a:cs typeface="Roboto Slab"/>
              </a:rPr>
              <a:t>Model training hardware (AWS)</a:t>
            </a:r>
            <a:br>
              <a:rPr lang="en-US" sz="1850" b="1" noProof="0">
                <a:latin typeface="+mj-lt"/>
              </a:rPr>
            </a:br>
            <a:r>
              <a:rPr lang="en-US" sz="1300" b="1">
                <a:solidFill>
                  <a:schemeClr val="bg1">
                    <a:lumMod val="65000"/>
                  </a:schemeClr>
                </a:solidFill>
                <a:latin typeface="+mj-lt"/>
              </a:rPr>
              <a:t>Training (m5.4xlarge):</a:t>
            </a:r>
            <a:r>
              <a:rPr lang="en-US" sz="1300">
                <a:solidFill>
                  <a:schemeClr val="bg1">
                    <a:lumMod val="65000"/>
                  </a:schemeClr>
                </a:solidFill>
                <a:latin typeface="+mj-lt"/>
              </a:rPr>
              <a:t> 16 vCPUs</a:t>
            </a:r>
            <a:r>
              <a:rPr lang="en-US" sz="1300" noProof="0">
                <a:solidFill>
                  <a:schemeClr val="bg1">
                    <a:lumMod val="65000"/>
                  </a:schemeClr>
                </a:solidFill>
                <a:latin typeface="+mj-lt"/>
              </a:rPr>
              <a:t>, </a:t>
            </a:r>
            <a:r>
              <a:rPr lang="en-US" sz="1300">
                <a:solidFill>
                  <a:schemeClr val="bg1">
                    <a:lumMod val="65000"/>
                  </a:schemeClr>
                </a:solidFill>
                <a:latin typeface="+mj-lt"/>
              </a:rPr>
              <a:t>64 GiB RAM</a:t>
            </a:r>
            <a:r>
              <a:rPr lang="en-US" sz="1300" noProof="0">
                <a:solidFill>
                  <a:schemeClr val="bg1">
                    <a:lumMod val="65000"/>
                  </a:schemeClr>
                </a:solidFill>
                <a:latin typeface="+mj-lt"/>
              </a:rPr>
              <a:t>, </a:t>
            </a:r>
            <a:r>
              <a:rPr lang="en-US" sz="1300">
                <a:solidFill>
                  <a:schemeClr val="bg1">
                    <a:lumMod val="65000"/>
                  </a:schemeClr>
                </a:solidFill>
                <a:latin typeface="+mj-lt"/>
              </a:rPr>
              <a:t>attached 500 GiB gp3 EBS—enough in-memory horsepower </a:t>
            </a:r>
            <a:r>
              <a:rPr lang="en-US" sz="1300" noProof="0">
                <a:solidFill>
                  <a:schemeClr val="bg1">
                    <a:lumMod val="65000"/>
                  </a:schemeClr>
                </a:solidFill>
                <a:latin typeface="+mj-lt"/>
              </a:rPr>
              <a:t>and </a:t>
            </a:r>
            <a:r>
              <a:rPr lang="en-US" sz="1300">
                <a:solidFill>
                  <a:schemeClr val="bg1">
                    <a:lumMod val="65000"/>
                  </a:schemeClr>
                </a:solidFill>
                <a:latin typeface="+mj-lt"/>
              </a:rPr>
              <a:t>I/O for a weekly </a:t>
            </a:r>
            <a:r>
              <a:rPr lang="en-US" sz="1300" err="1">
                <a:solidFill>
                  <a:schemeClr val="bg1">
                    <a:lumMod val="65000"/>
                  </a:schemeClr>
                </a:solidFill>
                <a:latin typeface="+mj-lt"/>
              </a:rPr>
              <a:t>XGBoost</a:t>
            </a:r>
            <a:r>
              <a:rPr lang="en-US" sz="1300">
                <a:solidFill>
                  <a:schemeClr val="bg1">
                    <a:lumMod val="65000"/>
                  </a:schemeClr>
                </a:solidFill>
                <a:latin typeface="+mj-lt"/>
              </a:rPr>
              <a:t> re-train</a:t>
            </a:r>
            <a:r>
              <a:rPr lang="en-US" sz="1300" noProof="0">
                <a:solidFill>
                  <a:schemeClr val="bg1">
                    <a:lumMod val="65000"/>
                  </a:schemeClr>
                </a:solidFill>
                <a:latin typeface="+mj-lt"/>
              </a:rPr>
              <a:t>.</a:t>
            </a:r>
            <a:r>
              <a:rPr lang="en-US" sz="1300">
                <a:solidFill>
                  <a:schemeClr val="bg1">
                    <a:lumMod val="65000"/>
                  </a:schemeClr>
                </a:solidFill>
                <a:latin typeface="+mj-lt"/>
              </a:rPr>
              <a:t> Cost:  $0.768 per hour, </a:t>
            </a:r>
            <a:r>
              <a:rPr lang="en-US" sz="1300" b="1">
                <a:solidFill>
                  <a:schemeClr val="bg1">
                    <a:lumMod val="65000"/>
                  </a:schemeClr>
                </a:solidFill>
                <a:latin typeface="+mj-lt"/>
              </a:rPr>
              <a:t>$1.54 each week</a:t>
            </a:r>
            <a:endParaRPr lang="en-US" sz="1400" b="1" noProof="0">
              <a:solidFill>
                <a:schemeClr val="bg1">
                  <a:lumMod val="65000"/>
                </a:schemeClr>
              </a:solidFill>
              <a:latin typeface="+mj-lt"/>
              <a:ea typeface="Roboto Slab"/>
              <a:cs typeface="Roboto Slab"/>
            </a:endParaRPr>
          </a:p>
        </p:txBody>
      </p:sp>
      <p:sp>
        <p:nvSpPr>
          <p:cNvPr id="50" name="Rounded Rectangle 49"/>
          <p:cNvSpPr/>
          <p:nvPr/>
        </p:nvSpPr>
        <p:spPr bwMode="auto">
          <a:xfrm>
            <a:off x="6077817" y="2147313"/>
            <a:ext cx="826532" cy="826532"/>
          </a:xfrm>
          <a:prstGeom prst="roundRect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667" b="1" noProof="0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51" name="Inhaltsplatzhalter 4"/>
          <p:cNvSpPr txBox="1">
            <a:spLocks/>
          </p:cNvSpPr>
          <p:nvPr/>
        </p:nvSpPr>
        <p:spPr>
          <a:xfrm>
            <a:off x="7075632" y="3312967"/>
            <a:ext cx="4608368" cy="159402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1850" b="1">
                <a:solidFill>
                  <a:schemeClr val="accent2"/>
                </a:solidFill>
                <a:latin typeface="+mj-lt"/>
              </a:rPr>
              <a:t>Model inference hardware (AWS)</a:t>
            </a:r>
            <a:br>
              <a:rPr lang="en-US" sz="1850" b="1" noProof="0">
                <a:latin typeface="+mj-lt"/>
              </a:rPr>
            </a:br>
            <a:r>
              <a:rPr lang="en-US" sz="1300" b="1">
                <a:solidFill>
                  <a:schemeClr val="bg1">
                    <a:lumMod val="65000"/>
                  </a:schemeClr>
                </a:solidFill>
                <a:latin typeface="+mn-lt"/>
              </a:rPr>
              <a:t>Inference (c5.large):</a:t>
            </a:r>
            <a:r>
              <a:rPr lang="en-US" sz="1300">
                <a:solidFill>
                  <a:schemeClr val="bg1">
                    <a:lumMod val="65000"/>
                  </a:schemeClr>
                </a:solidFill>
                <a:latin typeface="+mn-lt"/>
              </a:rPr>
              <a:t> with Auto Scaling: 2 vCPUs, 4 GiB RAM per node—lightweight, low-cost, scales out under load and scales in when idle</a:t>
            </a:r>
            <a:r>
              <a:rPr lang="en-US" sz="1300" noProof="0">
                <a:solidFill>
                  <a:schemeClr val="bg1">
                    <a:lumMod val="65000"/>
                  </a:schemeClr>
                </a:solidFill>
                <a:latin typeface="+mn-lt"/>
              </a:rPr>
              <a:t>.</a:t>
            </a:r>
            <a:r>
              <a:rPr lang="en-US" sz="1300">
                <a:solidFill>
                  <a:schemeClr val="bg1">
                    <a:lumMod val="65000"/>
                  </a:schemeClr>
                </a:solidFill>
                <a:latin typeface="+mn-lt"/>
              </a:rPr>
              <a:t> Cost: $0.085 per hour, </a:t>
            </a:r>
            <a:r>
              <a:rPr lang="en-US" sz="1300" b="1">
                <a:solidFill>
                  <a:schemeClr val="bg1">
                    <a:lumMod val="65000"/>
                  </a:schemeClr>
                </a:solidFill>
                <a:latin typeface="+mn-lt"/>
              </a:rPr>
              <a:t>10$ per month with light usage</a:t>
            </a:r>
            <a:endParaRPr lang="en-US" sz="1300" b="1" noProof="0">
              <a:solidFill>
                <a:schemeClr val="bg1">
                  <a:lumMod val="65000"/>
                </a:schemeClr>
              </a:solidFill>
              <a:latin typeface="+mn-lt"/>
              <a:ea typeface="Roboto"/>
              <a:cs typeface="Roboto"/>
            </a:endParaRPr>
          </a:p>
        </p:txBody>
      </p:sp>
      <p:sp>
        <p:nvSpPr>
          <p:cNvPr id="56" name="Rounded Rectangle 55"/>
          <p:cNvSpPr/>
          <p:nvPr/>
        </p:nvSpPr>
        <p:spPr bwMode="auto">
          <a:xfrm>
            <a:off x="6077817" y="3696714"/>
            <a:ext cx="826532" cy="826532"/>
          </a:xfrm>
          <a:prstGeom prst="roundRect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667" b="1" noProof="0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60" name="Inhaltsplatzhalter 4"/>
          <p:cNvSpPr txBox="1">
            <a:spLocks/>
          </p:cNvSpPr>
          <p:nvPr/>
        </p:nvSpPr>
        <p:spPr>
          <a:xfrm>
            <a:off x="7075632" y="4901486"/>
            <a:ext cx="4608368" cy="1893532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1850" b="1">
                <a:solidFill>
                  <a:schemeClr val="accent3"/>
                </a:solidFill>
                <a:latin typeface="+mj-lt"/>
              </a:rPr>
              <a:t>Software</a:t>
            </a:r>
            <a:br>
              <a:rPr lang="en-US" sz="1850" b="1" noProof="0">
                <a:latin typeface="+mj-lt"/>
              </a:rPr>
            </a:br>
            <a:r>
              <a:rPr lang="en-US" sz="1300" b="1">
                <a:solidFill>
                  <a:schemeClr val="bg1">
                    <a:lumMod val="65000"/>
                  </a:schemeClr>
                </a:solidFill>
                <a:latin typeface="+mj-lt"/>
              </a:rPr>
              <a:t>TensorFlow and Scikit-learn</a:t>
            </a:r>
            <a:r>
              <a:rPr lang="en-US" sz="1300">
                <a:solidFill>
                  <a:schemeClr val="bg1">
                    <a:lumMod val="65000"/>
                  </a:schemeClr>
                </a:solidFill>
                <a:latin typeface="+mj-lt"/>
              </a:rPr>
              <a:t> are open-source and free but need </a:t>
            </a:r>
            <a:r>
              <a:rPr lang="en-US" sz="1300" b="1">
                <a:solidFill>
                  <a:schemeClr val="bg1">
                    <a:lumMod val="65000"/>
                  </a:schemeClr>
                </a:solidFill>
                <a:latin typeface="+mj-lt"/>
              </a:rPr>
              <a:t>in-house expertise</a:t>
            </a:r>
            <a:r>
              <a:rPr lang="en-US" sz="1300">
                <a:solidFill>
                  <a:schemeClr val="bg1">
                    <a:lumMod val="65000"/>
                  </a:schemeClr>
                </a:solidFill>
                <a:latin typeface="+mj-lt"/>
              </a:rPr>
              <a:t>. AWS Managed </a:t>
            </a:r>
            <a:r>
              <a:rPr lang="en-US" sz="1300" b="1">
                <a:solidFill>
                  <a:schemeClr val="bg1">
                    <a:lumMod val="65000"/>
                  </a:schemeClr>
                </a:solidFill>
                <a:latin typeface="+mj-lt"/>
              </a:rPr>
              <a:t>Grafana </a:t>
            </a:r>
            <a:r>
              <a:rPr lang="en-US" sz="1300">
                <a:solidFill>
                  <a:schemeClr val="bg1">
                    <a:lumMod val="65000"/>
                  </a:schemeClr>
                </a:solidFill>
                <a:latin typeface="+mj-lt"/>
              </a:rPr>
              <a:t>starts at $9 per active editor user/month and $0.5/GB ingested.</a:t>
            </a:r>
            <a:r>
              <a:rPr lang="en-US" sz="1300" noProof="0">
                <a:solidFill>
                  <a:schemeClr val="bg1">
                    <a:lumMod val="65000"/>
                  </a:schemeClr>
                </a:solidFill>
                <a:latin typeface="+mj-lt"/>
              </a:rPr>
              <a:t> </a:t>
            </a:r>
            <a:r>
              <a:rPr lang="en-US" sz="1300">
                <a:solidFill>
                  <a:schemeClr val="bg1">
                    <a:lumMod val="65000"/>
                  </a:schemeClr>
                </a:solidFill>
                <a:latin typeface="+mj-lt"/>
              </a:rPr>
              <a:t>Hadoop and other large scale data processing tools would be overkill for our usage at </a:t>
            </a:r>
            <a:r>
              <a:rPr lang="en-US" sz="1300" b="1">
                <a:solidFill>
                  <a:schemeClr val="bg1">
                    <a:lumMod val="65000"/>
                  </a:schemeClr>
                </a:solidFill>
                <a:latin typeface="+mj-lt"/>
              </a:rPr>
              <a:t>~10000 row</a:t>
            </a:r>
            <a:r>
              <a:rPr lang="en-US" sz="1300">
                <a:solidFill>
                  <a:schemeClr val="bg1">
                    <a:lumMod val="65000"/>
                  </a:schemeClr>
                </a:solidFill>
                <a:latin typeface="+mj-lt"/>
              </a:rPr>
              <a:t>s.</a:t>
            </a:r>
            <a:endParaRPr lang="en-US" sz="1300" noProof="0">
              <a:solidFill>
                <a:schemeClr val="bg1">
                  <a:lumMod val="65000"/>
                </a:schemeClr>
              </a:solidFill>
              <a:latin typeface="+mj-lt"/>
            </a:endParaRPr>
          </a:p>
        </p:txBody>
      </p:sp>
      <p:sp>
        <p:nvSpPr>
          <p:cNvPr id="69" name="Rounded Rectangle 68"/>
          <p:cNvSpPr/>
          <p:nvPr/>
        </p:nvSpPr>
        <p:spPr bwMode="auto">
          <a:xfrm>
            <a:off x="6077817" y="5246113"/>
            <a:ext cx="826532" cy="826532"/>
          </a:xfrm>
          <a:prstGeom prst="round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667" b="1" noProof="0">
                <a:solidFill>
                  <a:schemeClr val="bg1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39555467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20000" decel="8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2" accel="20000" decel="8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2" accel="20000" decel="8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500"/>
                            </p:stCondLst>
                            <p:childTnLst>
                              <p:par>
                                <p:cTn id="5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" presetClass="entr" presetSubtype="2" accel="20000" decel="8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2" grpId="0"/>
      <p:bldP spid="42" grpId="0"/>
      <p:bldP spid="49" grpId="0"/>
      <p:bldP spid="50" grpId="0" animBg="1"/>
      <p:bldP spid="51" grpId="0"/>
      <p:bldP spid="56" grpId="0" animBg="1"/>
      <p:bldP spid="60" grpId="0"/>
      <p:bldP spid="6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noProof="0"/>
              <a:t>Personnel &amp; Change Management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Deployment Requirements II.</a:t>
            </a:r>
          </a:p>
        </p:txBody>
      </p:sp>
      <p:sp>
        <p:nvSpPr>
          <p:cNvPr id="32" name="Oval 31"/>
          <p:cNvSpPr/>
          <p:nvPr/>
        </p:nvSpPr>
        <p:spPr>
          <a:xfrm rot="5400000">
            <a:off x="533424" y="2061144"/>
            <a:ext cx="1003760" cy="100380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sz="2400" b="1" noProof="0"/>
          </a:p>
        </p:txBody>
      </p:sp>
      <p:sp>
        <p:nvSpPr>
          <p:cNvPr id="33" name="Isosceles Triangle 32"/>
          <p:cNvSpPr/>
          <p:nvPr/>
        </p:nvSpPr>
        <p:spPr>
          <a:xfrm rot="16200000" flipV="1">
            <a:off x="1607312" y="2419116"/>
            <a:ext cx="333925" cy="287867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noProof="0"/>
          </a:p>
        </p:txBody>
      </p:sp>
      <p:sp>
        <p:nvSpPr>
          <p:cNvPr id="34" name="Freeform 6"/>
          <p:cNvSpPr>
            <a:spLocks/>
          </p:cNvSpPr>
          <p:nvPr/>
        </p:nvSpPr>
        <p:spPr bwMode="auto">
          <a:xfrm>
            <a:off x="872862" y="2306703"/>
            <a:ext cx="324885" cy="512691"/>
          </a:xfrm>
          <a:custGeom>
            <a:avLst/>
            <a:gdLst/>
            <a:ahLst/>
            <a:cxnLst>
              <a:cxn ang="0">
                <a:pos x="168" y="17"/>
              </a:cxn>
              <a:cxn ang="0">
                <a:pos x="183" y="37"/>
              </a:cxn>
              <a:cxn ang="0">
                <a:pos x="202" y="46"/>
              </a:cxn>
              <a:cxn ang="0">
                <a:pos x="238" y="66"/>
              </a:cxn>
              <a:cxn ang="0">
                <a:pos x="266" y="94"/>
              </a:cxn>
              <a:cxn ang="0">
                <a:pos x="286" y="129"/>
              </a:cxn>
              <a:cxn ang="0">
                <a:pos x="299" y="173"/>
              </a:cxn>
              <a:cxn ang="0">
                <a:pos x="300" y="220"/>
              </a:cxn>
              <a:cxn ang="0">
                <a:pos x="291" y="265"/>
              </a:cxn>
              <a:cxn ang="0">
                <a:pos x="272" y="330"/>
              </a:cxn>
              <a:cxn ang="0">
                <a:pos x="261" y="382"/>
              </a:cxn>
              <a:cxn ang="0">
                <a:pos x="270" y="393"/>
              </a:cxn>
              <a:cxn ang="0">
                <a:pos x="278" y="401"/>
              </a:cxn>
              <a:cxn ang="0">
                <a:pos x="283" y="410"/>
              </a:cxn>
              <a:cxn ang="0">
                <a:pos x="292" y="417"/>
              </a:cxn>
              <a:cxn ang="0">
                <a:pos x="41" y="475"/>
              </a:cxn>
              <a:cxn ang="0">
                <a:pos x="44" y="414"/>
              </a:cxn>
              <a:cxn ang="0">
                <a:pos x="54" y="409"/>
              </a:cxn>
              <a:cxn ang="0">
                <a:pos x="57" y="398"/>
              </a:cxn>
              <a:cxn ang="0">
                <a:pos x="67" y="393"/>
              </a:cxn>
              <a:cxn ang="0">
                <a:pos x="68" y="371"/>
              </a:cxn>
              <a:cxn ang="0">
                <a:pos x="73" y="337"/>
              </a:cxn>
              <a:cxn ang="0">
                <a:pos x="88" y="305"/>
              </a:cxn>
              <a:cxn ang="0">
                <a:pos x="117" y="262"/>
              </a:cxn>
              <a:cxn ang="0">
                <a:pos x="155" y="220"/>
              </a:cxn>
              <a:cxn ang="0">
                <a:pos x="164" y="211"/>
              </a:cxn>
              <a:cxn ang="0">
                <a:pos x="135" y="212"/>
              </a:cxn>
              <a:cxn ang="0">
                <a:pos x="109" y="206"/>
              </a:cxn>
              <a:cxn ang="0">
                <a:pos x="92" y="205"/>
              </a:cxn>
              <a:cxn ang="0">
                <a:pos x="78" y="214"/>
              </a:cxn>
              <a:cxn ang="0">
                <a:pos x="55" y="229"/>
              </a:cxn>
              <a:cxn ang="0">
                <a:pos x="31" y="229"/>
              </a:cxn>
              <a:cxn ang="0">
                <a:pos x="12" y="220"/>
              </a:cxn>
              <a:cxn ang="0">
                <a:pos x="3" y="205"/>
              </a:cxn>
              <a:cxn ang="0">
                <a:pos x="0" y="190"/>
              </a:cxn>
              <a:cxn ang="0">
                <a:pos x="0" y="176"/>
              </a:cxn>
              <a:cxn ang="0">
                <a:pos x="2" y="166"/>
              </a:cxn>
              <a:cxn ang="0">
                <a:pos x="11" y="158"/>
              </a:cxn>
              <a:cxn ang="0">
                <a:pos x="65" y="111"/>
              </a:cxn>
              <a:cxn ang="0">
                <a:pos x="81" y="90"/>
              </a:cxn>
              <a:cxn ang="0">
                <a:pos x="96" y="79"/>
              </a:cxn>
              <a:cxn ang="0">
                <a:pos x="116" y="71"/>
              </a:cxn>
              <a:cxn ang="0">
                <a:pos x="123" y="65"/>
              </a:cxn>
              <a:cxn ang="0">
                <a:pos x="125" y="54"/>
              </a:cxn>
              <a:cxn ang="0">
                <a:pos x="139" y="46"/>
              </a:cxn>
              <a:cxn ang="0">
                <a:pos x="148" y="42"/>
              </a:cxn>
              <a:cxn ang="0">
                <a:pos x="150" y="32"/>
              </a:cxn>
              <a:cxn ang="0">
                <a:pos x="150" y="8"/>
              </a:cxn>
            </a:cxnLst>
            <a:rect l="0" t="0" r="r" b="b"/>
            <a:pathLst>
              <a:path w="301" h="475">
                <a:moveTo>
                  <a:pt x="151" y="0"/>
                </a:moveTo>
                <a:lnTo>
                  <a:pt x="157" y="6"/>
                </a:lnTo>
                <a:lnTo>
                  <a:pt x="163" y="11"/>
                </a:lnTo>
                <a:lnTo>
                  <a:pt x="168" y="17"/>
                </a:lnTo>
                <a:lnTo>
                  <a:pt x="173" y="23"/>
                </a:lnTo>
                <a:lnTo>
                  <a:pt x="177" y="29"/>
                </a:lnTo>
                <a:lnTo>
                  <a:pt x="181" y="35"/>
                </a:lnTo>
                <a:lnTo>
                  <a:pt x="183" y="37"/>
                </a:lnTo>
                <a:lnTo>
                  <a:pt x="185" y="40"/>
                </a:lnTo>
                <a:lnTo>
                  <a:pt x="188" y="42"/>
                </a:lnTo>
                <a:lnTo>
                  <a:pt x="191" y="43"/>
                </a:lnTo>
                <a:lnTo>
                  <a:pt x="202" y="46"/>
                </a:lnTo>
                <a:lnTo>
                  <a:pt x="212" y="50"/>
                </a:lnTo>
                <a:lnTo>
                  <a:pt x="221" y="55"/>
                </a:lnTo>
                <a:lnTo>
                  <a:pt x="230" y="60"/>
                </a:lnTo>
                <a:lnTo>
                  <a:pt x="238" y="66"/>
                </a:lnTo>
                <a:lnTo>
                  <a:pt x="246" y="72"/>
                </a:lnTo>
                <a:lnTo>
                  <a:pt x="253" y="79"/>
                </a:lnTo>
                <a:lnTo>
                  <a:pt x="260" y="86"/>
                </a:lnTo>
                <a:lnTo>
                  <a:pt x="266" y="94"/>
                </a:lnTo>
                <a:lnTo>
                  <a:pt x="272" y="102"/>
                </a:lnTo>
                <a:lnTo>
                  <a:pt x="277" y="111"/>
                </a:lnTo>
                <a:lnTo>
                  <a:pt x="282" y="120"/>
                </a:lnTo>
                <a:lnTo>
                  <a:pt x="286" y="129"/>
                </a:lnTo>
                <a:lnTo>
                  <a:pt x="290" y="139"/>
                </a:lnTo>
                <a:lnTo>
                  <a:pt x="294" y="150"/>
                </a:lnTo>
                <a:lnTo>
                  <a:pt x="297" y="161"/>
                </a:lnTo>
                <a:lnTo>
                  <a:pt x="299" y="173"/>
                </a:lnTo>
                <a:lnTo>
                  <a:pt x="300" y="185"/>
                </a:lnTo>
                <a:lnTo>
                  <a:pt x="301" y="196"/>
                </a:lnTo>
                <a:lnTo>
                  <a:pt x="301" y="208"/>
                </a:lnTo>
                <a:lnTo>
                  <a:pt x="300" y="220"/>
                </a:lnTo>
                <a:lnTo>
                  <a:pt x="299" y="231"/>
                </a:lnTo>
                <a:lnTo>
                  <a:pt x="297" y="242"/>
                </a:lnTo>
                <a:lnTo>
                  <a:pt x="294" y="254"/>
                </a:lnTo>
                <a:lnTo>
                  <a:pt x="291" y="265"/>
                </a:lnTo>
                <a:lnTo>
                  <a:pt x="288" y="277"/>
                </a:lnTo>
                <a:lnTo>
                  <a:pt x="285" y="288"/>
                </a:lnTo>
                <a:lnTo>
                  <a:pt x="278" y="309"/>
                </a:lnTo>
                <a:lnTo>
                  <a:pt x="272" y="330"/>
                </a:lnTo>
                <a:lnTo>
                  <a:pt x="267" y="351"/>
                </a:lnTo>
                <a:lnTo>
                  <a:pt x="262" y="372"/>
                </a:lnTo>
                <a:lnTo>
                  <a:pt x="261" y="377"/>
                </a:lnTo>
                <a:lnTo>
                  <a:pt x="261" y="382"/>
                </a:lnTo>
                <a:lnTo>
                  <a:pt x="261" y="387"/>
                </a:lnTo>
                <a:lnTo>
                  <a:pt x="261" y="393"/>
                </a:lnTo>
                <a:lnTo>
                  <a:pt x="267" y="393"/>
                </a:lnTo>
                <a:lnTo>
                  <a:pt x="270" y="393"/>
                </a:lnTo>
                <a:lnTo>
                  <a:pt x="273" y="394"/>
                </a:lnTo>
                <a:lnTo>
                  <a:pt x="275" y="396"/>
                </a:lnTo>
                <a:lnTo>
                  <a:pt x="277" y="398"/>
                </a:lnTo>
                <a:lnTo>
                  <a:pt x="278" y="401"/>
                </a:lnTo>
                <a:lnTo>
                  <a:pt x="279" y="404"/>
                </a:lnTo>
                <a:lnTo>
                  <a:pt x="279" y="409"/>
                </a:lnTo>
                <a:lnTo>
                  <a:pt x="280" y="409"/>
                </a:lnTo>
                <a:lnTo>
                  <a:pt x="283" y="410"/>
                </a:lnTo>
                <a:lnTo>
                  <a:pt x="286" y="411"/>
                </a:lnTo>
                <a:lnTo>
                  <a:pt x="288" y="412"/>
                </a:lnTo>
                <a:lnTo>
                  <a:pt x="290" y="414"/>
                </a:lnTo>
                <a:lnTo>
                  <a:pt x="292" y="417"/>
                </a:lnTo>
                <a:lnTo>
                  <a:pt x="293" y="419"/>
                </a:lnTo>
                <a:lnTo>
                  <a:pt x="293" y="423"/>
                </a:lnTo>
                <a:lnTo>
                  <a:pt x="293" y="475"/>
                </a:lnTo>
                <a:lnTo>
                  <a:pt x="41" y="475"/>
                </a:lnTo>
                <a:lnTo>
                  <a:pt x="41" y="423"/>
                </a:lnTo>
                <a:lnTo>
                  <a:pt x="41" y="419"/>
                </a:lnTo>
                <a:lnTo>
                  <a:pt x="42" y="417"/>
                </a:lnTo>
                <a:lnTo>
                  <a:pt x="44" y="414"/>
                </a:lnTo>
                <a:lnTo>
                  <a:pt x="46" y="412"/>
                </a:lnTo>
                <a:lnTo>
                  <a:pt x="48" y="411"/>
                </a:lnTo>
                <a:lnTo>
                  <a:pt x="51" y="410"/>
                </a:lnTo>
                <a:lnTo>
                  <a:pt x="54" y="409"/>
                </a:lnTo>
                <a:lnTo>
                  <a:pt x="56" y="409"/>
                </a:lnTo>
                <a:lnTo>
                  <a:pt x="56" y="404"/>
                </a:lnTo>
                <a:lnTo>
                  <a:pt x="56" y="401"/>
                </a:lnTo>
                <a:lnTo>
                  <a:pt x="57" y="398"/>
                </a:lnTo>
                <a:lnTo>
                  <a:pt x="59" y="396"/>
                </a:lnTo>
                <a:lnTo>
                  <a:pt x="62" y="394"/>
                </a:lnTo>
                <a:lnTo>
                  <a:pt x="64" y="393"/>
                </a:lnTo>
                <a:lnTo>
                  <a:pt x="67" y="393"/>
                </a:lnTo>
                <a:lnTo>
                  <a:pt x="70" y="393"/>
                </a:lnTo>
                <a:lnTo>
                  <a:pt x="69" y="385"/>
                </a:lnTo>
                <a:lnTo>
                  <a:pt x="68" y="378"/>
                </a:lnTo>
                <a:lnTo>
                  <a:pt x="68" y="371"/>
                </a:lnTo>
                <a:lnTo>
                  <a:pt x="68" y="362"/>
                </a:lnTo>
                <a:lnTo>
                  <a:pt x="69" y="353"/>
                </a:lnTo>
                <a:lnTo>
                  <a:pt x="71" y="345"/>
                </a:lnTo>
                <a:lnTo>
                  <a:pt x="73" y="337"/>
                </a:lnTo>
                <a:lnTo>
                  <a:pt x="76" y="328"/>
                </a:lnTo>
                <a:lnTo>
                  <a:pt x="80" y="320"/>
                </a:lnTo>
                <a:lnTo>
                  <a:pt x="83" y="313"/>
                </a:lnTo>
                <a:lnTo>
                  <a:pt x="88" y="305"/>
                </a:lnTo>
                <a:lnTo>
                  <a:pt x="92" y="297"/>
                </a:lnTo>
                <a:lnTo>
                  <a:pt x="100" y="285"/>
                </a:lnTo>
                <a:lnTo>
                  <a:pt x="108" y="273"/>
                </a:lnTo>
                <a:lnTo>
                  <a:pt x="117" y="262"/>
                </a:lnTo>
                <a:lnTo>
                  <a:pt x="126" y="251"/>
                </a:lnTo>
                <a:lnTo>
                  <a:pt x="135" y="241"/>
                </a:lnTo>
                <a:lnTo>
                  <a:pt x="145" y="230"/>
                </a:lnTo>
                <a:lnTo>
                  <a:pt x="155" y="220"/>
                </a:lnTo>
                <a:lnTo>
                  <a:pt x="157" y="218"/>
                </a:lnTo>
                <a:lnTo>
                  <a:pt x="159" y="216"/>
                </a:lnTo>
                <a:lnTo>
                  <a:pt x="161" y="214"/>
                </a:lnTo>
                <a:lnTo>
                  <a:pt x="164" y="211"/>
                </a:lnTo>
                <a:lnTo>
                  <a:pt x="156" y="212"/>
                </a:lnTo>
                <a:lnTo>
                  <a:pt x="149" y="213"/>
                </a:lnTo>
                <a:lnTo>
                  <a:pt x="142" y="213"/>
                </a:lnTo>
                <a:lnTo>
                  <a:pt x="135" y="212"/>
                </a:lnTo>
                <a:lnTo>
                  <a:pt x="128" y="211"/>
                </a:lnTo>
                <a:lnTo>
                  <a:pt x="122" y="210"/>
                </a:lnTo>
                <a:lnTo>
                  <a:pt x="115" y="208"/>
                </a:lnTo>
                <a:lnTo>
                  <a:pt x="109" y="206"/>
                </a:lnTo>
                <a:lnTo>
                  <a:pt x="104" y="204"/>
                </a:lnTo>
                <a:lnTo>
                  <a:pt x="100" y="204"/>
                </a:lnTo>
                <a:lnTo>
                  <a:pt x="96" y="204"/>
                </a:lnTo>
                <a:lnTo>
                  <a:pt x="92" y="205"/>
                </a:lnTo>
                <a:lnTo>
                  <a:pt x="88" y="206"/>
                </a:lnTo>
                <a:lnTo>
                  <a:pt x="85" y="208"/>
                </a:lnTo>
                <a:lnTo>
                  <a:pt x="81" y="210"/>
                </a:lnTo>
                <a:lnTo>
                  <a:pt x="78" y="214"/>
                </a:lnTo>
                <a:lnTo>
                  <a:pt x="73" y="219"/>
                </a:lnTo>
                <a:lnTo>
                  <a:pt x="67" y="223"/>
                </a:lnTo>
                <a:lnTo>
                  <a:pt x="61" y="226"/>
                </a:lnTo>
                <a:lnTo>
                  <a:pt x="55" y="229"/>
                </a:lnTo>
                <a:lnTo>
                  <a:pt x="50" y="230"/>
                </a:lnTo>
                <a:lnTo>
                  <a:pt x="44" y="231"/>
                </a:lnTo>
                <a:lnTo>
                  <a:pt x="37" y="230"/>
                </a:lnTo>
                <a:lnTo>
                  <a:pt x="31" y="229"/>
                </a:lnTo>
                <a:lnTo>
                  <a:pt x="24" y="227"/>
                </a:lnTo>
                <a:lnTo>
                  <a:pt x="17" y="224"/>
                </a:lnTo>
                <a:lnTo>
                  <a:pt x="14" y="222"/>
                </a:lnTo>
                <a:lnTo>
                  <a:pt x="12" y="220"/>
                </a:lnTo>
                <a:lnTo>
                  <a:pt x="9" y="217"/>
                </a:lnTo>
                <a:lnTo>
                  <a:pt x="7" y="213"/>
                </a:lnTo>
                <a:lnTo>
                  <a:pt x="4" y="209"/>
                </a:lnTo>
                <a:lnTo>
                  <a:pt x="3" y="205"/>
                </a:lnTo>
                <a:lnTo>
                  <a:pt x="1" y="201"/>
                </a:lnTo>
                <a:lnTo>
                  <a:pt x="0" y="197"/>
                </a:lnTo>
                <a:lnTo>
                  <a:pt x="0" y="194"/>
                </a:lnTo>
                <a:lnTo>
                  <a:pt x="0" y="190"/>
                </a:lnTo>
                <a:lnTo>
                  <a:pt x="2" y="184"/>
                </a:lnTo>
                <a:lnTo>
                  <a:pt x="2" y="182"/>
                </a:lnTo>
                <a:lnTo>
                  <a:pt x="1" y="180"/>
                </a:lnTo>
                <a:lnTo>
                  <a:pt x="0" y="176"/>
                </a:lnTo>
                <a:lnTo>
                  <a:pt x="0" y="173"/>
                </a:lnTo>
                <a:lnTo>
                  <a:pt x="0" y="171"/>
                </a:lnTo>
                <a:lnTo>
                  <a:pt x="1" y="168"/>
                </a:lnTo>
                <a:lnTo>
                  <a:pt x="2" y="166"/>
                </a:lnTo>
                <a:lnTo>
                  <a:pt x="4" y="164"/>
                </a:lnTo>
                <a:lnTo>
                  <a:pt x="6" y="162"/>
                </a:lnTo>
                <a:lnTo>
                  <a:pt x="8" y="160"/>
                </a:lnTo>
                <a:lnTo>
                  <a:pt x="11" y="158"/>
                </a:lnTo>
                <a:lnTo>
                  <a:pt x="27" y="144"/>
                </a:lnTo>
                <a:lnTo>
                  <a:pt x="44" y="130"/>
                </a:lnTo>
                <a:lnTo>
                  <a:pt x="60" y="115"/>
                </a:lnTo>
                <a:lnTo>
                  <a:pt x="65" y="111"/>
                </a:lnTo>
                <a:lnTo>
                  <a:pt x="69" y="106"/>
                </a:lnTo>
                <a:lnTo>
                  <a:pt x="73" y="100"/>
                </a:lnTo>
                <a:lnTo>
                  <a:pt x="77" y="95"/>
                </a:lnTo>
                <a:lnTo>
                  <a:pt x="81" y="90"/>
                </a:lnTo>
                <a:lnTo>
                  <a:pt x="86" y="85"/>
                </a:lnTo>
                <a:lnTo>
                  <a:pt x="89" y="83"/>
                </a:lnTo>
                <a:lnTo>
                  <a:pt x="92" y="81"/>
                </a:lnTo>
                <a:lnTo>
                  <a:pt x="96" y="79"/>
                </a:lnTo>
                <a:lnTo>
                  <a:pt x="100" y="77"/>
                </a:lnTo>
                <a:lnTo>
                  <a:pt x="108" y="74"/>
                </a:lnTo>
                <a:lnTo>
                  <a:pt x="112" y="72"/>
                </a:lnTo>
                <a:lnTo>
                  <a:pt x="116" y="71"/>
                </a:lnTo>
                <a:lnTo>
                  <a:pt x="118" y="70"/>
                </a:lnTo>
                <a:lnTo>
                  <a:pt x="120" y="68"/>
                </a:lnTo>
                <a:lnTo>
                  <a:pt x="122" y="67"/>
                </a:lnTo>
                <a:lnTo>
                  <a:pt x="123" y="65"/>
                </a:lnTo>
                <a:lnTo>
                  <a:pt x="124" y="63"/>
                </a:lnTo>
                <a:lnTo>
                  <a:pt x="124" y="60"/>
                </a:lnTo>
                <a:lnTo>
                  <a:pt x="124" y="57"/>
                </a:lnTo>
                <a:lnTo>
                  <a:pt x="125" y="54"/>
                </a:lnTo>
                <a:lnTo>
                  <a:pt x="125" y="49"/>
                </a:lnTo>
                <a:lnTo>
                  <a:pt x="129" y="48"/>
                </a:lnTo>
                <a:lnTo>
                  <a:pt x="134" y="46"/>
                </a:lnTo>
                <a:lnTo>
                  <a:pt x="139" y="46"/>
                </a:lnTo>
                <a:lnTo>
                  <a:pt x="142" y="45"/>
                </a:lnTo>
                <a:lnTo>
                  <a:pt x="145" y="44"/>
                </a:lnTo>
                <a:lnTo>
                  <a:pt x="147" y="43"/>
                </a:lnTo>
                <a:lnTo>
                  <a:pt x="148" y="42"/>
                </a:lnTo>
                <a:lnTo>
                  <a:pt x="149" y="40"/>
                </a:lnTo>
                <a:lnTo>
                  <a:pt x="150" y="38"/>
                </a:lnTo>
                <a:lnTo>
                  <a:pt x="150" y="35"/>
                </a:lnTo>
                <a:lnTo>
                  <a:pt x="150" y="32"/>
                </a:lnTo>
                <a:lnTo>
                  <a:pt x="149" y="23"/>
                </a:lnTo>
                <a:lnTo>
                  <a:pt x="149" y="14"/>
                </a:lnTo>
                <a:lnTo>
                  <a:pt x="150" y="12"/>
                </a:lnTo>
                <a:lnTo>
                  <a:pt x="150" y="8"/>
                </a:lnTo>
                <a:lnTo>
                  <a:pt x="150" y="5"/>
                </a:lnTo>
                <a:lnTo>
                  <a:pt x="151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noProof="0"/>
          </a:p>
        </p:txBody>
      </p:sp>
      <p:sp>
        <p:nvSpPr>
          <p:cNvPr id="35" name="Rectangle 34"/>
          <p:cNvSpPr/>
          <p:nvPr/>
        </p:nvSpPr>
        <p:spPr>
          <a:xfrm>
            <a:off x="2057401" y="1774708"/>
            <a:ext cx="3716359" cy="1590179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>
              <a:lnSpc>
                <a:spcPts val="2133"/>
              </a:lnSpc>
            </a:pPr>
            <a:r>
              <a:rPr lang="en-US" sz="1850" b="1">
                <a:solidFill>
                  <a:schemeClr val="accent1"/>
                </a:solidFill>
                <a:latin typeface="+mj-lt"/>
              </a:rPr>
              <a:t>System operators</a:t>
            </a:r>
            <a:endParaRPr lang="en-US" sz="1867" b="1" noProof="0">
              <a:solidFill>
                <a:schemeClr val="accent1"/>
              </a:solidFill>
              <a:latin typeface="+mj-lt"/>
            </a:endParaRPr>
          </a:p>
          <a:p>
            <a:pPr>
              <a:lnSpc>
                <a:spcPts val="2133"/>
              </a:lnSpc>
            </a:pPr>
            <a:r>
              <a:rPr lang="en-US" sz="1300" b="1">
                <a:solidFill>
                  <a:schemeClr val="bg1">
                    <a:lumMod val="65000"/>
                  </a:schemeClr>
                </a:solidFill>
              </a:rPr>
              <a:t>Data engineers and ML engineers</a:t>
            </a:r>
            <a:r>
              <a:rPr lang="en-US" sz="1300">
                <a:solidFill>
                  <a:schemeClr val="bg1">
                    <a:lumMod val="65000"/>
                  </a:schemeClr>
                </a:solidFill>
              </a:rPr>
              <a:t> will build, deploy, and maintain the data pipelines, model retraining jobs, </a:t>
            </a:r>
            <a:r>
              <a:rPr lang="en-US" sz="1300" noProof="0">
                <a:solidFill>
                  <a:schemeClr val="bg1">
                    <a:lumMod val="65000"/>
                  </a:schemeClr>
                </a:solidFill>
              </a:rPr>
              <a:t>and </a:t>
            </a:r>
            <a:r>
              <a:rPr lang="en-US" sz="1300">
                <a:solidFill>
                  <a:schemeClr val="bg1">
                    <a:lumMod val="65000"/>
                  </a:schemeClr>
                </a:solidFill>
              </a:rPr>
              <a:t>inference endpoints</a:t>
            </a:r>
            <a:r>
              <a:rPr lang="en-US" sz="1300" noProof="0">
                <a:solidFill>
                  <a:schemeClr val="bg1">
                    <a:lumMod val="65000"/>
                  </a:schemeClr>
                </a:solidFill>
              </a:rPr>
              <a:t>. </a:t>
            </a:r>
            <a:r>
              <a:rPr lang="en-US" sz="1300">
                <a:solidFill>
                  <a:schemeClr val="bg1">
                    <a:lumMod val="65000"/>
                  </a:schemeClr>
                </a:solidFill>
              </a:rPr>
              <a:t>They need proficiency with AWS (S3, SageMaker) and our monitoring stack (Grafana).</a:t>
            </a:r>
            <a:r>
              <a:rPr lang="en-US" sz="1300" noProof="0">
                <a:solidFill>
                  <a:schemeClr val="bg1">
                    <a:lumMod val="65000"/>
                  </a:schemeClr>
                </a:solidFill>
              </a:rPr>
              <a:t> </a:t>
            </a:r>
            <a:endParaRPr lang="en-US" sz="1300" noProof="0">
              <a:solidFill>
                <a:schemeClr val="bg1">
                  <a:lumMod val="65000"/>
                </a:schemeClr>
              </a:solidFill>
              <a:ea typeface="Roboto"/>
              <a:cs typeface="Roboto"/>
            </a:endParaRPr>
          </a:p>
        </p:txBody>
      </p:sp>
      <p:sp>
        <p:nvSpPr>
          <p:cNvPr id="36" name="Oval 35"/>
          <p:cNvSpPr/>
          <p:nvPr/>
        </p:nvSpPr>
        <p:spPr>
          <a:xfrm rot="5400000">
            <a:off x="533424" y="3589921"/>
            <a:ext cx="1003760" cy="10038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sz="2400" b="1" noProof="0"/>
          </a:p>
        </p:txBody>
      </p:sp>
      <p:sp>
        <p:nvSpPr>
          <p:cNvPr id="37" name="Isosceles Triangle 36"/>
          <p:cNvSpPr/>
          <p:nvPr/>
        </p:nvSpPr>
        <p:spPr>
          <a:xfrm rot="16200000" flipV="1">
            <a:off x="1607312" y="3947893"/>
            <a:ext cx="333925" cy="287867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noProof="0"/>
          </a:p>
        </p:txBody>
      </p:sp>
      <p:sp>
        <p:nvSpPr>
          <p:cNvPr id="38" name="Oval 37"/>
          <p:cNvSpPr/>
          <p:nvPr/>
        </p:nvSpPr>
        <p:spPr>
          <a:xfrm rot="5400000">
            <a:off x="533424" y="5118699"/>
            <a:ext cx="1003760" cy="100380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sz="2400" b="1" noProof="0"/>
          </a:p>
        </p:txBody>
      </p:sp>
      <p:sp>
        <p:nvSpPr>
          <p:cNvPr id="39" name="Isosceles Triangle 38"/>
          <p:cNvSpPr/>
          <p:nvPr/>
        </p:nvSpPr>
        <p:spPr>
          <a:xfrm rot="16200000" flipV="1">
            <a:off x="1607312" y="5476671"/>
            <a:ext cx="333925" cy="287867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noProof="0"/>
          </a:p>
        </p:txBody>
      </p:sp>
      <p:sp>
        <p:nvSpPr>
          <p:cNvPr id="40" name="Oval 39"/>
          <p:cNvSpPr/>
          <p:nvPr/>
        </p:nvSpPr>
        <p:spPr>
          <a:xfrm rot="5400000">
            <a:off x="6425484" y="2061144"/>
            <a:ext cx="1003760" cy="100380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sz="2400" b="1" noProof="0"/>
          </a:p>
        </p:txBody>
      </p:sp>
      <p:sp>
        <p:nvSpPr>
          <p:cNvPr id="41" name="Isosceles Triangle 40"/>
          <p:cNvSpPr/>
          <p:nvPr/>
        </p:nvSpPr>
        <p:spPr>
          <a:xfrm rot="16200000" flipV="1">
            <a:off x="7499372" y="2419116"/>
            <a:ext cx="333925" cy="287867"/>
          </a:xfrm>
          <a:prstGeom prst="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noProof="0"/>
          </a:p>
        </p:txBody>
      </p:sp>
      <p:sp>
        <p:nvSpPr>
          <p:cNvPr id="42" name="Oval 41"/>
          <p:cNvSpPr/>
          <p:nvPr/>
        </p:nvSpPr>
        <p:spPr>
          <a:xfrm rot="5400000">
            <a:off x="6425484" y="3589921"/>
            <a:ext cx="1003760" cy="100380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sz="2400" b="1" noProof="0"/>
          </a:p>
        </p:txBody>
      </p:sp>
      <p:sp>
        <p:nvSpPr>
          <p:cNvPr id="43" name="Isosceles Triangle 42"/>
          <p:cNvSpPr/>
          <p:nvPr/>
        </p:nvSpPr>
        <p:spPr>
          <a:xfrm rot="16200000" flipV="1">
            <a:off x="7499372" y="3947893"/>
            <a:ext cx="333925" cy="287867"/>
          </a:xfrm>
          <a:prstGeom prst="triangl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noProof="0"/>
          </a:p>
        </p:txBody>
      </p:sp>
      <p:sp>
        <p:nvSpPr>
          <p:cNvPr id="44" name="Oval 43"/>
          <p:cNvSpPr/>
          <p:nvPr/>
        </p:nvSpPr>
        <p:spPr>
          <a:xfrm rot="5400000">
            <a:off x="6425484" y="5118699"/>
            <a:ext cx="1003760" cy="100380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sz="2400" b="1" noProof="0"/>
          </a:p>
        </p:txBody>
      </p:sp>
      <p:sp>
        <p:nvSpPr>
          <p:cNvPr id="45" name="Isosceles Triangle 44"/>
          <p:cNvSpPr/>
          <p:nvPr/>
        </p:nvSpPr>
        <p:spPr>
          <a:xfrm rot="16200000" flipV="1">
            <a:off x="7499372" y="5476671"/>
            <a:ext cx="333925" cy="287867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noProof="0"/>
          </a:p>
        </p:txBody>
      </p:sp>
      <p:sp>
        <p:nvSpPr>
          <p:cNvPr id="46" name="Freeform 66"/>
          <p:cNvSpPr>
            <a:spLocks noEditPoints="1"/>
          </p:cNvSpPr>
          <p:nvPr/>
        </p:nvSpPr>
        <p:spPr bwMode="auto">
          <a:xfrm>
            <a:off x="769847" y="3885925"/>
            <a:ext cx="530915" cy="411800"/>
          </a:xfrm>
          <a:custGeom>
            <a:avLst/>
            <a:gdLst/>
            <a:ahLst/>
            <a:cxnLst>
              <a:cxn ang="0">
                <a:pos x="29" y="41"/>
              </a:cxn>
              <a:cxn ang="0">
                <a:pos x="22" y="40"/>
              </a:cxn>
              <a:cxn ang="0">
                <a:pos x="11" y="45"/>
              </a:cxn>
              <a:cxn ang="0">
                <a:pos x="7" y="46"/>
              </a:cxn>
              <a:cxn ang="0">
                <a:pos x="7" y="46"/>
              </a:cxn>
              <a:cxn ang="0">
                <a:pos x="6" y="45"/>
              </a:cxn>
              <a:cxn ang="0">
                <a:pos x="6" y="43"/>
              </a:cxn>
              <a:cxn ang="0">
                <a:pos x="11" y="36"/>
              </a:cxn>
              <a:cxn ang="0">
                <a:pos x="0" y="20"/>
              </a:cxn>
              <a:cxn ang="0">
                <a:pos x="29" y="0"/>
              </a:cxn>
              <a:cxn ang="0">
                <a:pos x="57" y="20"/>
              </a:cxn>
              <a:cxn ang="0">
                <a:pos x="29" y="41"/>
              </a:cxn>
              <a:cxn ang="0">
                <a:pos x="62" y="47"/>
              </a:cxn>
              <a:cxn ang="0">
                <a:pos x="66" y="53"/>
              </a:cxn>
              <a:cxn ang="0">
                <a:pos x="67" y="55"/>
              </a:cxn>
              <a:cxn ang="0">
                <a:pos x="66" y="56"/>
              </a:cxn>
              <a:cxn ang="0">
                <a:pos x="62" y="55"/>
              </a:cxn>
              <a:cxn ang="0">
                <a:pos x="51" y="50"/>
              </a:cxn>
              <a:cxn ang="0">
                <a:pos x="44" y="51"/>
              </a:cxn>
              <a:cxn ang="0">
                <a:pos x="25" y="46"/>
              </a:cxn>
              <a:cxn ang="0">
                <a:pos x="29" y="46"/>
              </a:cxn>
              <a:cxn ang="0">
                <a:pos x="52" y="39"/>
              </a:cxn>
              <a:cxn ang="0">
                <a:pos x="62" y="20"/>
              </a:cxn>
              <a:cxn ang="0">
                <a:pos x="61" y="14"/>
              </a:cxn>
              <a:cxn ang="0">
                <a:pos x="72" y="30"/>
              </a:cxn>
              <a:cxn ang="0">
                <a:pos x="62" y="47"/>
              </a:cxn>
            </a:cxnLst>
            <a:rect l="0" t="0" r="r" b="b"/>
            <a:pathLst>
              <a:path w="72" h="56">
                <a:moveTo>
                  <a:pt x="29" y="41"/>
                </a:moveTo>
                <a:cubicBezTo>
                  <a:pt x="26" y="41"/>
                  <a:pt x="24" y="40"/>
                  <a:pt x="22" y="40"/>
                </a:cubicBezTo>
                <a:cubicBezTo>
                  <a:pt x="18" y="42"/>
                  <a:pt x="15" y="44"/>
                  <a:pt x="11" y="45"/>
                </a:cubicBezTo>
                <a:cubicBezTo>
                  <a:pt x="9" y="45"/>
                  <a:pt x="8" y="46"/>
                  <a:pt x="7" y="46"/>
                </a:cubicBezTo>
                <a:cubicBezTo>
                  <a:pt x="7" y="46"/>
                  <a:pt x="7" y="46"/>
                  <a:pt x="7" y="46"/>
                </a:cubicBezTo>
                <a:cubicBezTo>
                  <a:pt x="6" y="46"/>
                  <a:pt x="6" y="45"/>
                  <a:pt x="6" y="45"/>
                </a:cubicBezTo>
                <a:cubicBezTo>
                  <a:pt x="5" y="44"/>
                  <a:pt x="6" y="43"/>
                  <a:pt x="6" y="43"/>
                </a:cubicBezTo>
                <a:cubicBezTo>
                  <a:pt x="8" y="41"/>
                  <a:pt x="10" y="40"/>
                  <a:pt x="11" y="36"/>
                </a:cubicBezTo>
                <a:cubicBezTo>
                  <a:pt x="5" y="32"/>
                  <a:pt x="0" y="27"/>
                  <a:pt x="0" y="20"/>
                </a:cubicBezTo>
                <a:cubicBezTo>
                  <a:pt x="0" y="9"/>
                  <a:pt x="13" y="0"/>
                  <a:pt x="29" y="0"/>
                </a:cubicBezTo>
                <a:cubicBezTo>
                  <a:pt x="44" y="0"/>
                  <a:pt x="57" y="9"/>
                  <a:pt x="57" y="20"/>
                </a:cubicBezTo>
                <a:cubicBezTo>
                  <a:pt x="57" y="32"/>
                  <a:pt x="44" y="41"/>
                  <a:pt x="29" y="41"/>
                </a:cubicBezTo>
                <a:close/>
                <a:moveTo>
                  <a:pt x="62" y="47"/>
                </a:moveTo>
                <a:cubicBezTo>
                  <a:pt x="63" y="50"/>
                  <a:pt x="65" y="51"/>
                  <a:pt x="66" y="53"/>
                </a:cubicBezTo>
                <a:cubicBezTo>
                  <a:pt x="67" y="54"/>
                  <a:pt x="67" y="54"/>
                  <a:pt x="67" y="55"/>
                </a:cubicBezTo>
                <a:cubicBezTo>
                  <a:pt x="67" y="56"/>
                  <a:pt x="67" y="56"/>
                  <a:pt x="66" y="56"/>
                </a:cubicBezTo>
                <a:cubicBezTo>
                  <a:pt x="65" y="56"/>
                  <a:pt x="63" y="56"/>
                  <a:pt x="62" y="55"/>
                </a:cubicBezTo>
                <a:cubicBezTo>
                  <a:pt x="58" y="54"/>
                  <a:pt x="55" y="53"/>
                  <a:pt x="51" y="50"/>
                </a:cubicBezTo>
                <a:cubicBezTo>
                  <a:pt x="49" y="51"/>
                  <a:pt x="47" y="51"/>
                  <a:pt x="44" y="51"/>
                </a:cubicBezTo>
                <a:cubicBezTo>
                  <a:pt x="37" y="51"/>
                  <a:pt x="30" y="49"/>
                  <a:pt x="25" y="46"/>
                </a:cubicBezTo>
                <a:cubicBezTo>
                  <a:pt x="26" y="46"/>
                  <a:pt x="28" y="46"/>
                  <a:pt x="29" y="46"/>
                </a:cubicBezTo>
                <a:cubicBezTo>
                  <a:pt x="37" y="46"/>
                  <a:pt x="46" y="43"/>
                  <a:pt x="52" y="39"/>
                </a:cubicBezTo>
                <a:cubicBezTo>
                  <a:pt x="58" y="34"/>
                  <a:pt x="62" y="27"/>
                  <a:pt x="62" y="20"/>
                </a:cubicBezTo>
                <a:cubicBezTo>
                  <a:pt x="62" y="18"/>
                  <a:pt x="62" y="16"/>
                  <a:pt x="61" y="14"/>
                </a:cubicBezTo>
                <a:cubicBezTo>
                  <a:pt x="68" y="18"/>
                  <a:pt x="72" y="24"/>
                  <a:pt x="72" y="30"/>
                </a:cubicBezTo>
                <a:cubicBezTo>
                  <a:pt x="72" y="37"/>
                  <a:pt x="68" y="43"/>
                  <a:pt x="62" y="47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noProof="0"/>
          </a:p>
        </p:txBody>
      </p:sp>
      <p:sp>
        <p:nvSpPr>
          <p:cNvPr id="47" name="Freeform 101"/>
          <p:cNvSpPr>
            <a:spLocks noEditPoints="1"/>
          </p:cNvSpPr>
          <p:nvPr/>
        </p:nvSpPr>
        <p:spPr bwMode="auto">
          <a:xfrm>
            <a:off x="740178" y="5370861"/>
            <a:ext cx="547045" cy="506107"/>
          </a:xfrm>
          <a:custGeom>
            <a:avLst/>
            <a:gdLst/>
            <a:ahLst/>
            <a:cxnLst>
              <a:cxn ang="0">
                <a:pos x="39" y="36"/>
              </a:cxn>
              <a:cxn ang="0">
                <a:pos x="41" y="44"/>
              </a:cxn>
              <a:cxn ang="0">
                <a:pos x="35" y="50"/>
              </a:cxn>
              <a:cxn ang="0">
                <a:pos x="27" y="53"/>
              </a:cxn>
              <a:cxn ang="0">
                <a:pos x="18" y="53"/>
              </a:cxn>
              <a:cxn ang="0">
                <a:pos x="11" y="50"/>
              </a:cxn>
              <a:cxn ang="0">
                <a:pos x="4" y="44"/>
              </a:cxn>
              <a:cxn ang="0">
                <a:pos x="6" y="36"/>
              </a:cxn>
              <a:cxn ang="0">
                <a:pos x="0" y="28"/>
              </a:cxn>
              <a:cxn ang="0">
                <a:pos x="7" y="23"/>
              </a:cxn>
              <a:cxn ang="0">
                <a:pos x="4" y="18"/>
              </a:cxn>
              <a:cxn ang="0">
                <a:pos x="15" y="16"/>
              </a:cxn>
              <a:cxn ang="0">
                <a:pos x="19" y="8"/>
              </a:cxn>
              <a:cxn ang="0">
                <a:pos x="28" y="15"/>
              </a:cxn>
              <a:cxn ang="0">
                <a:pos x="35" y="12"/>
              </a:cxn>
              <a:cxn ang="0">
                <a:pos x="41" y="19"/>
              </a:cxn>
              <a:cxn ang="0">
                <a:pos x="45" y="27"/>
              </a:cxn>
              <a:cxn ang="0">
                <a:pos x="23" y="22"/>
              </a:cxn>
              <a:cxn ang="0">
                <a:pos x="32" y="31"/>
              </a:cxn>
              <a:cxn ang="0">
                <a:pos x="63" y="16"/>
              </a:cxn>
              <a:cxn ang="0">
                <a:pos x="64" y="24"/>
              </a:cxn>
              <a:cxn ang="0">
                <a:pos x="55" y="22"/>
              </a:cxn>
              <a:cxn ang="0">
                <a:pos x="46" y="24"/>
              </a:cxn>
              <a:cxn ang="0">
                <a:pos x="46" y="16"/>
              </a:cxn>
              <a:cxn ang="0">
                <a:pos x="46" y="9"/>
              </a:cxn>
              <a:cxn ang="0">
                <a:pos x="46" y="2"/>
              </a:cxn>
              <a:cxn ang="0">
                <a:pos x="55" y="4"/>
              </a:cxn>
              <a:cxn ang="0">
                <a:pos x="59" y="0"/>
              </a:cxn>
              <a:cxn ang="0">
                <a:pos x="62" y="7"/>
              </a:cxn>
              <a:cxn ang="0">
                <a:pos x="68" y="15"/>
              </a:cxn>
              <a:cxn ang="0">
                <a:pos x="62" y="55"/>
              </a:cxn>
              <a:cxn ang="0">
                <a:pos x="59" y="63"/>
              </a:cxn>
              <a:cxn ang="0">
                <a:pos x="54" y="59"/>
              </a:cxn>
              <a:cxn ang="0">
                <a:pos x="45" y="60"/>
              </a:cxn>
              <a:cxn ang="0">
                <a:pos x="41" y="52"/>
              </a:cxn>
              <a:cxn ang="0">
                <a:pos x="47" y="44"/>
              </a:cxn>
              <a:cxn ang="0">
                <a:pos x="50" y="36"/>
              </a:cxn>
              <a:cxn ang="0">
                <a:pos x="56" y="40"/>
              </a:cxn>
              <a:cxn ang="0">
                <a:pos x="64" y="39"/>
              </a:cxn>
              <a:cxn ang="0">
                <a:pos x="63" y="46"/>
              </a:cxn>
              <a:cxn ang="0">
                <a:pos x="55" y="8"/>
              </a:cxn>
              <a:cxn ang="0">
                <a:pos x="59" y="13"/>
              </a:cxn>
              <a:cxn ang="0">
                <a:pos x="50" y="49"/>
              </a:cxn>
              <a:cxn ang="0">
                <a:pos x="55" y="45"/>
              </a:cxn>
            </a:cxnLst>
            <a:rect l="0" t="0" r="r" b="b"/>
            <a:pathLst>
              <a:path w="68" h="63">
                <a:moveTo>
                  <a:pt x="45" y="35"/>
                </a:moveTo>
                <a:cubicBezTo>
                  <a:pt x="45" y="35"/>
                  <a:pt x="45" y="36"/>
                  <a:pt x="45" y="36"/>
                </a:cubicBezTo>
                <a:cubicBezTo>
                  <a:pt x="39" y="36"/>
                  <a:pt x="39" y="36"/>
                  <a:pt x="39" y="36"/>
                </a:cubicBezTo>
                <a:cubicBezTo>
                  <a:pt x="39" y="37"/>
                  <a:pt x="38" y="38"/>
                  <a:pt x="38" y="39"/>
                </a:cubicBezTo>
                <a:cubicBezTo>
                  <a:pt x="39" y="41"/>
                  <a:pt x="40" y="42"/>
                  <a:pt x="41" y="43"/>
                </a:cubicBezTo>
                <a:cubicBezTo>
                  <a:pt x="41" y="43"/>
                  <a:pt x="41" y="44"/>
                  <a:pt x="41" y="44"/>
                </a:cubicBezTo>
                <a:cubicBezTo>
                  <a:pt x="41" y="44"/>
                  <a:pt x="41" y="44"/>
                  <a:pt x="41" y="45"/>
                </a:cubicBezTo>
                <a:cubicBezTo>
                  <a:pt x="40" y="46"/>
                  <a:pt x="36" y="50"/>
                  <a:pt x="35" y="50"/>
                </a:cubicBezTo>
                <a:cubicBezTo>
                  <a:pt x="35" y="50"/>
                  <a:pt x="35" y="50"/>
                  <a:pt x="35" y="50"/>
                </a:cubicBezTo>
                <a:cubicBezTo>
                  <a:pt x="31" y="47"/>
                  <a:pt x="31" y="47"/>
                  <a:pt x="31" y="47"/>
                </a:cubicBezTo>
                <a:cubicBezTo>
                  <a:pt x="30" y="47"/>
                  <a:pt x="29" y="47"/>
                  <a:pt x="28" y="48"/>
                </a:cubicBezTo>
                <a:cubicBezTo>
                  <a:pt x="28" y="49"/>
                  <a:pt x="27" y="51"/>
                  <a:pt x="27" y="53"/>
                </a:cubicBezTo>
                <a:cubicBezTo>
                  <a:pt x="27" y="54"/>
                  <a:pt x="26" y="54"/>
                  <a:pt x="26" y="54"/>
                </a:cubicBezTo>
                <a:cubicBezTo>
                  <a:pt x="19" y="54"/>
                  <a:pt x="19" y="54"/>
                  <a:pt x="19" y="54"/>
                </a:cubicBezTo>
                <a:cubicBezTo>
                  <a:pt x="19" y="54"/>
                  <a:pt x="18" y="54"/>
                  <a:pt x="18" y="53"/>
                </a:cubicBezTo>
                <a:cubicBezTo>
                  <a:pt x="17" y="48"/>
                  <a:pt x="17" y="48"/>
                  <a:pt x="17" y="48"/>
                </a:cubicBezTo>
                <a:cubicBezTo>
                  <a:pt x="16" y="47"/>
                  <a:pt x="16" y="47"/>
                  <a:pt x="15" y="47"/>
                </a:cubicBezTo>
                <a:cubicBezTo>
                  <a:pt x="11" y="50"/>
                  <a:pt x="11" y="50"/>
                  <a:pt x="11" y="50"/>
                </a:cubicBezTo>
                <a:cubicBezTo>
                  <a:pt x="10" y="50"/>
                  <a:pt x="10" y="50"/>
                  <a:pt x="10" y="50"/>
                </a:cubicBezTo>
                <a:cubicBezTo>
                  <a:pt x="10" y="50"/>
                  <a:pt x="9" y="50"/>
                  <a:pt x="9" y="50"/>
                </a:cubicBezTo>
                <a:cubicBezTo>
                  <a:pt x="8" y="49"/>
                  <a:pt x="4" y="45"/>
                  <a:pt x="4" y="44"/>
                </a:cubicBezTo>
                <a:cubicBezTo>
                  <a:pt x="4" y="44"/>
                  <a:pt x="4" y="44"/>
                  <a:pt x="4" y="43"/>
                </a:cubicBezTo>
                <a:cubicBezTo>
                  <a:pt x="5" y="42"/>
                  <a:pt x="6" y="41"/>
                  <a:pt x="7" y="39"/>
                </a:cubicBezTo>
                <a:cubicBezTo>
                  <a:pt x="7" y="38"/>
                  <a:pt x="6" y="37"/>
                  <a:pt x="6" y="36"/>
                </a:cubicBezTo>
                <a:cubicBezTo>
                  <a:pt x="1" y="35"/>
                  <a:pt x="1" y="35"/>
                  <a:pt x="1" y="35"/>
                </a:cubicBezTo>
                <a:cubicBezTo>
                  <a:pt x="0" y="35"/>
                  <a:pt x="0" y="35"/>
                  <a:pt x="0" y="34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27"/>
                  <a:pt x="0" y="27"/>
                  <a:pt x="1" y="27"/>
                </a:cubicBezTo>
                <a:cubicBezTo>
                  <a:pt x="6" y="26"/>
                  <a:pt x="6" y="26"/>
                  <a:pt x="6" y="26"/>
                </a:cubicBezTo>
                <a:cubicBezTo>
                  <a:pt x="6" y="25"/>
                  <a:pt x="7" y="24"/>
                  <a:pt x="7" y="23"/>
                </a:cubicBezTo>
                <a:cubicBezTo>
                  <a:pt x="6" y="22"/>
                  <a:pt x="5" y="20"/>
                  <a:pt x="4" y="19"/>
                </a:cubicBezTo>
                <a:cubicBezTo>
                  <a:pt x="4" y="19"/>
                  <a:pt x="4" y="19"/>
                  <a:pt x="4" y="18"/>
                </a:cubicBezTo>
                <a:cubicBezTo>
                  <a:pt x="4" y="18"/>
                  <a:pt x="4" y="18"/>
                  <a:pt x="4" y="18"/>
                </a:cubicBezTo>
                <a:cubicBezTo>
                  <a:pt x="5" y="17"/>
                  <a:pt x="9" y="12"/>
                  <a:pt x="10" y="12"/>
                </a:cubicBezTo>
                <a:cubicBezTo>
                  <a:pt x="10" y="12"/>
                  <a:pt x="10" y="12"/>
                  <a:pt x="11" y="13"/>
                </a:cubicBezTo>
                <a:cubicBezTo>
                  <a:pt x="15" y="16"/>
                  <a:pt x="15" y="16"/>
                  <a:pt x="15" y="16"/>
                </a:cubicBezTo>
                <a:cubicBezTo>
                  <a:pt x="16" y="15"/>
                  <a:pt x="16" y="15"/>
                  <a:pt x="17" y="15"/>
                </a:cubicBezTo>
                <a:cubicBezTo>
                  <a:pt x="18" y="13"/>
                  <a:pt x="18" y="11"/>
                  <a:pt x="18" y="9"/>
                </a:cubicBezTo>
                <a:cubicBezTo>
                  <a:pt x="18" y="9"/>
                  <a:pt x="19" y="8"/>
                  <a:pt x="19" y="8"/>
                </a:cubicBezTo>
                <a:cubicBezTo>
                  <a:pt x="26" y="8"/>
                  <a:pt x="26" y="8"/>
                  <a:pt x="26" y="8"/>
                </a:cubicBezTo>
                <a:cubicBezTo>
                  <a:pt x="26" y="8"/>
                  <a:pt x="27" y="9"/>
                  <a:pt x="27" y="9"/>
                </a:cubicBezTo>
                <a:cubicBezTo>
                  <a:pt x="28" y="15"/>
                  <a:pt x="28" y="15"/>
                  <a:pt x="28" y="15"/>
                </a:cubicBezTo>
                <a:cubicBezTo>
                  <a:pt x="29" y="15"/>
                  <a:pt x="30" y="15"/>
                  <a:pt x="31" y="16"/>
                </a:cubicBezTo>
                <a:cubicBezTo>
                  <a:pt x="35" y="13"/>
                  <a:pt x="35" y="13"/>
                  <a:pt x="35" y="13"/>
                </a:cubicBezTo>
                <a:cubicBezTo>
                  <a:pt x="35" y="12"/>
                  <a:pt x="35" y="12"/>
                  <a:pt x="35" y="12"/>
                </a:cubicBezTo>
                <a:cubicBezTo>
                  <a:pt x="36" y="12"/>
                  <a:pt x="36" y="12"/>
                  <a:pt x="36" y="13"/>
                </a:cubicBezTo>
                <a:cubicBezTo>
                  <a:pt x="37" y="13"/>
                  <a:pt x="41" y="17"/>
                  <a:pt x="41" y="18"/>
                </a:cubicBezTo>
                <a:cubicBezTo>
                  <a:pt x="41" y="19"/>
                  <a:pt x="41" y="19"/>
                  <a:pt x="41" y="19"/>
                </a:cubicBezTo>
                <a:cubicBezTo>
                  <a:pt x="40" y="20"/>
                  <a:pt x="39" y="22"/>
                  <a:pt x="38" y="23"/>
                </a:cubicBezTo>
                <a:cubicBezTo>
                  <a:pt x="38" y="24"/>
                  <a:pt x="39" y="25"/>
                  <a:pt x="39" y="26"/>
                </a:cubicBezTo>
                <a:cubicBezTo>
                  <a:pt x="45" y="27"/>
                  <a:pt x="45" y="27"/>
                  <a:pt x="45" y="27"/>
                </a:cubicBezTo>
                <a:cubicBezTo>
                  <a:pt x="45" y="27"/>
                  <a:pt x="45" y="27"/>
                  <a:pt x="45" y="28"/>
                </a:cubicBezTo>
                <a:lnTo>
                  <a:pt x="45" y="35"/>
                </a:lnTo>
                <a:close/>
                <a:moveTo>
                  <a:pt x="23" y="22"/>
                </a:moveTo>
                <a:cubicBezTo>
                  <a:pt x="18" y="22"/>
                  <a:pt x="13" y="26"/>
                  <a:pt x="13" y="31"/>
                </a:cubicBezTo>
                <a:cubicBezTo>
                  <a:pt x="13" y="36"/>
                  <a:pt x="18" y="40"/>
                  <a:pt x="23" y="40"/>
                </a:cubicBezTo>
                <a:cubicBezTo>
                  <a:pt x="28" y="40"/>
                  <a:pt x="32" y="36"/>
                  <a:pt x="32" y="31"/>
                </a:cubicBezTo>
                <a:cubicBezTo>
                  <a:pt x="32" y="26"/>
                  <a:pt x="28" y="22"/>
                  <a:pt x="23" y="22"/>
                </a:cubicBezTo>
                <a:close/>
                <a:moveTo>
                  <a:pt x="68" y="15"/>
                </a:moveTo>
                <a:cubicBezTo>
                  <a:pt x="68" y="16"/>
                  <a:pt x="64" y="16"/>
                  <a:pt x="63" y="16"/>
                </a:cubicBezTo>
                <a:cubicBezTo>
                  <a:pt x="63" y="17"/>
                  <a:pt x="62" y="18"/>
                  <a:pt x="62" y="18"/>
                </a:cubicBezTo>
                <a:cubicBezTo>
                  <a:pt x="62" y="19"/>
                  <a:pt x="64" y="23"/>
                  <a:pt x="64" y="23"/>
                </a:cubicBezTo>
                <a:cubicBezTo>
                  <a:pt x="64" y="23"/>
                  <a:pt x="64" y="23"/>
                  <a:pt x="64" y="24"/>
                </a:cubicBezTo>
                <a:cubicBezTo>
                  <a:pt x="63" y="24"/>
                  <a:pt x="59" y="26"/>
                  <a:pt x="59" y="26"/>
                </a:cubicBezTo>
                <a:cubicBezTo>
                  <a:pt x="59" y="26"/>
                  <a:pt x="56" y="22"/>
                  <a:pt x="56" y="22"/>
                </a:cubicBezTo>
                <a:cubicBezTo>
                  <a:pt x="55" y="22"/>
                  <a:pt x="55" y="22"/>
                  <a:pt x="55" y="22"/>
                </a:cubicBezTo>
                <a:cubicBezTo>
                  <a:pt x="54" y="22"/>
                  <a:pt x="54" y="22"/>
                  <a:pt x="54" y="22"/>
                </a:cubicBezTo>
                <a:cubicBezTo>
                  <a:pt x="53" y="22"/>
                  <a:pt x="50" y="26"/>
                  <a:pt x="50" y="26"/>
                </a:cubicBezTo>
                <a:cubicBezTo>
                  <a:pt x="50" y="26"/>
                  <a:pt x="46" y="24"/>
                  <a:pt x="46" y="24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7" y="19"/>
                  <a:pt x="47" y="18"/>
                </a:cubicBezTo>
                <a:cubicBezTo>
                  <a:pt x="47" y="18"/>
                  <a:pt x="46" y="17"/>
                  <a:pt x="46" y="16"/>
                </a:cubicBezTo>
                <a:cubicBezTo>
                  <a:pt x="45" y="16"/>
                  <a:pt x="41" y="16"/>
                  <a:pt x="41" y="15"/>
                </a:cubicBezTo>
                <a:cubicBezTo>
                  <a:pt x="41" y="10"/>
                  <a:pt x="41" y="10"/>
                  <a:pt x="41" y="10"/>
                </a:cubicBezTo>
                <a:cubicBezTo>
                  <a:pt x="41" y="10"/>
                  <a:pt x="45" y="9"/>
                  <a:pt x="46" y="9"/>
                </a:cubicBezTo>
                <a:cubicBezTo>
                  <a:pt x="46" y="9"/>
                  <a:pt x="47" y="8"/>
                  <a:pt x="47" y="7"/>
                </a:cubicBezTo>
                <a:cubicBezTo>
                  <a:pt x="47" y="7"/>
                  <a:pt x="45" y="3"/>
                  <a:pt x="45" y="2"/>
                </a:cubicBezTo>
                <a:cubicBezTo>
                  <a:pt x="45" y="2"/>
                  <a:pt x="45" y="2"/>
                  <a:pt x="46" y="2"/>
                </a:cubicBezTo>
                <a:cubicBezTo>
                  <a:pt x="46" y="2"/>
                  <a:pt x="50" y="0"/>
                  <a:pt x="50" y="0"/>
                </a:cubicBezTo>
                <a:cubicBezTo>
                  <a:pt x="50" y="0"/>
                  <a:pt x="53" y="3"/>
                  <a:pt x="54" y="4"/>
                </a:cubicBezTo>
                <a:cubicBezTo>
                  <a:pt x="54" y="4"/>
                  <a:pt x="54" y="4"/>
                  <a:pt x="55" y="4"/>
                </a:cubicBezTo>
                <a:cubicBezTo>
                  <a:pt x="55" y="4"/>
                  <a:pt x="55" y="4"/>
                  <a:pt x="56" y="4"/>
                </a:cubicBezTo>
                <a:cubicBezTo>
                  <a:pt x="57" y="2"/>
                  <a:pt x="58" y="1"/>
                  <a:pt x="59" y="0"/>
                </a:cubicBezTo>
                <a:cubicBezTo>
                  <a:pt x="59" y="0"/>
                  <a:pt x="59" y="0"/>
                  <a:pt x="59" y="0"/>
                </a:cubicBezTo>
                <a:cubicBezTo>
                  <a:pt x="59" y="0"/>
                  <a:pt x="63" y="2"/>
                  <a:pt x="64" y="2"/>
                </a:cubicBezTo>
                <a:cubicBezTo>
                  <a:pt x="64" y="2"/>
                  <a:pt x="64" y="2"/>
                  <a:pt x="64" y="2"/>
                </a:cubicBezTo>
                <a:cubicBezTo>
                  <a:pt x="64" y="3"/>
                  <a:pt x="62" y="7"/>
                  <a:pt x="62" y="7"/>
                </a:cubicBezTo>
                <a:cubicBezTo>
                  <a:pt x="62" y="8"/>
                  <a:pt x="63" y="9"/>
                  <a:pt x="63" y="9"/>
                </a:cubicBezTo>
                <a:cubicBezTo>
                  <a:pt x="64" y="9"/>
                  <a:pt x="68" y="10"/>
                  <a:pt x="68" y="10"/>
                </a:cubicBezTo>
                <a:lnTo>
                  <a:pt x="68" y="15"/>
                </a:lnTo>
                <a:close/>
                <a:moveTo>
                  <a:pt x="68" y="52"/>
                </a:moveTo>
                <a:cubicBezTo>
                  <a:pt x="68" y="52"/>
                  <a:pt x="64" y="53"/>
                  <a:pt x="63" y="53"/>
                </a:cubicBezTo>
                <a:cubicBezTo>
                  <a:pt x="63" y="54"/>
                  <a:pt x="62" y="54"/>
                  <a:pt x="62" y="55"/>
                </a:cubicBezTo>
                <a:cubicBezTo>
                  <a:pt x="62" y="56"/>
                  <a:pt x="64" y="59"/>
                  <a:pt x="64" y="60"/>
                </a:cubicBezTo>
                <a:cubicBezTo>
                  <a:pt x="64" y="60"/>
                  <a:pt x="64" y="60"/>
                  <a:pt x="64" y="60"/>
                </a:cubicBezTo>
                <a:cubicBezTo>
                  <a:pt x="63" y="60"/>
                  <a:pt x="59" y="63"/>
                  <a:pt x="59" y="63"/>
                </a:cubicBezTo>
                <a:cubicBezTo>
                  <a:pt x="59" y="63"/>
                  <a:pt x="56" y="59"/>
                  <a:pt x="56" y="59"/>
                </a:cubicBezTo>
                <a:cubicBezTo>
                  <a:pt x="55" y="59"/>
                  <a:pt x="55" y="59"/>
                  <a:pt x="55" y="59"/>
                </a:cubicBezTo>
                <a:cubicBezTo>
                  <a:pt x="54" y="59"/>
                  <a:pt x="54" y="59"/>
                  <a:pt x="54" y="59"/>
                </a:cubicBezTo>
                <a:cubicBezTo>
                  <a:pt x="53" y="59"/>
                  <a:pt x="50" y="63"/>
                  <a:pt x="50" y="63"/>
                </a:cubicBezTo>
                <a:cubicBezTo>
                  <a:pt x="50" y="63"/>
                  <a:pt x="46" y="60"/>
                  <a:pt x="46" y="60"/>
                </a:cubicBezTo>
                <a:cubicBezTo>
                  <a:pt x="45" y="60"/>
                  <a:pt x="45" y="60"/>
                  <a:pt x="45" y="60"/>
                </a:cubicBezTo>
                <a:cubicBezTo>
                  <a:pt x="45" y="59"/>
                  <a:pt x="47" y="56"/>
                  <a:pt x="47" y="55"/>
                </a:cubicBezTo>
                <a:cubicBezTo>
                  <a:pt x="47" y="54"/>
                  <a:pt x="46" y="54"/>
                  <a:pt x="46" y="53"/>
                </a:cubicBezTo>
                <a:cubicBezTo>
                  <a:pt x="45" y="53"/>
                  <a:pt x="41" y="52"/>
                  <a:pt x="41" y="52"/>
                </a:cubicBezTo>
                <a:cubicBezTo>
                  <a:pt x="41" y="47"/>
                  <a:pt x="41" y="47"/>
                  <a:pt x="41" y="47"/>
                </a:cubicBezTo>
                <a:cubicBezTo>
                  <a:pt x="41" y="46"/>
                  <a:pt x="45" y="46"/>
                  <a:pt x="46" y="46"/>
                </a:cubicBezTo>
                <a:cubicBezTo>
                  <a:pt x="46" y="45"/>
                  <a:pt x="47" y="45"/>
                  <a:pt x="47" y="44"/>
                </a:cubicBezTo>
                <a:cubicBezTo>
                  <a:pt x="47" y="43"/>
                  <a:pt x="45" y="40"/>
                  <a:pt x="45" y="39"/>
                </a:cubicBezTo>
                <a:cubicBezTo>
                  <a:pt x="45" y="39"/>
                  <a:pt x="45" y="39"/>
                  <a:pt x="46" y="39"/>
                </a:cubicBezTo>
                <a:cubicBezTo>
                  <a:pt x="46" y="39"/>
                  <a:pt x="50" y="36"/>
                  <a:pt x="50" y="36"/>
                </a:cubicBezTo>
                <a:cubicBezTo>
                  <a:pt x="50" y="36"/>
                  <a:pt x="53" y="40"/>
                  <a:pt x="54" y="40"/>
                </a:cubicBezTo>
                <a:cubicBezTo>
                  <a:pt x="54" y="40"/>
                  <a:pt x="54" y="40"/>
                  <a:pt x="55" y="40"/>
                </a:cubicBezTo>
                <a:cubicBezTo>
                  <a:pt x="55" y="40"/>
                  <a:pt x="55" y="40"/>
                  <a:pt x="56" y="40"/>
                </a:cubicBezTo>
                <a:cubicBezTo>
                  <a:pt x="57" y="39"/>
                  <a:pt x="58" y="38"/>
                  <a:pt x="59" y="36"/>
                </a:cubicBezTo>
                <a:cubicBezTo>
                  <a:pt x="59" y="36"/>
                  <a:pt x="59" y="36"/>
                  <a:pt x="59" y="36"/>
                </a:cubicBezTo>
                <a:cubicBezTo>
                  <a:pt x="59" y="36"/>
                  <a:pt x="63" y="39"/>
                  <a:pt x="64" y="39"/>
                </a:cubicBezTo>
                <a:cubicBezTo>
                  <a:pt x="64" y="39"/>
                  <a:pt x="64" y="39"/>
                  <a:pt x="64" y="39"/>
                </a:cubicBezTo>
                <a:cubicBezTo>
                  <a:pt x="64" y="40"/>
                  <a:pt x="62" y="43"/>
                  <a:pt x="62" y="44"/>
                </a:cubicBezTo>
                <a:cubicBezTo>
                  <a:pt x="62" y="45"/>
                  <a:pt x="63" y="45"/>
                  <a:pt x="63" y="46"/>
                </a:cubicBezTo>
                <a:cubicBezTo>
                  <a:pt x="64" y="46"/>
                  <a:pt x="68" y="46"/>
                  <a:pt x="68" y="47"/>
                </a:cubicBezTo>
                <a:lnTo>
                  <a:pt x="68" y="52"/>
                </a:lnTo>
                <a:close/>
                <a:moveTo>
                  <a:pt x="55" y="8"/>
                </a:moveTo>
                <a:cubicBezTo>
                  <a:pt x="52" y="8"/>
                  <a:pt x="50" y="10"/>
                  <a:pt x="50" y="13"/>
                </a:cubicBezTo>
                <a:cubicBezTo>
                  <a:pt x="50" y="15"/>
                  <a:pt x="52" y="17"/>
                  <a:pt x="55" y="17"/>
                </a:cubicBezTo>
                <a:cubicBezTo>
                  <a:pt x="57" y="17"/>
                  <a:pt x="59" y="15"/>
                  <a:pt x="59" y="13"/>
                </a:cubicBezTo>
                <a:cubicBezTo>
                  <a:pt x="59" y="10"/>
                  <a:pt x="57" y="8"/>
                  <a:pt x="55" y="8"/>
                </a:cubicBezTo>
                <a:close/>
                <a:moveTo>
                  <a:pt x="55" y="45"/>
                </a:moveTo>
                <a:cubicBezTo>
                  <a:pt x="52" y="45"/>
                  <a:pt x="50" y="47"/>
                  <a:pt x="50" y="49"/>
                </a:cubicBezTo>
                <a:cubicBezTo>
                  <a:pt x="50" y="52"/>
                  <a:pt x="52" y="54"/>
                  <a:pt x="55" y="54"/>
                </a:cubicBezTo>
                <a:cubicBezTo>
                  <a:pt x="57" y="54"/>
                  <a:pt x="59" y="52"/>
                  <a:pt x="59" y="49"/>
                </a:cubicBezTo>
                <a:cubicBezTo>
                  <a:pt x="59" y="47"/>
                  <a:pt x="57" y="45"/>
                  <a:pt x="55" y="45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noProof="0"/>
          </a:p>
        </p:txBody>
      </p:sp>
      <p:sp>
        <p:nvSpPr>
          <p:cNvPr id="48" name="Freeform 81"/>
          <p:cNvSpPr>
            <a:spLocks noEditPoints="1"/>
          </p:cNvSpPr>
          <p:nvPr/>
        </p:nvSpPr>
        <p:spPr bwMode="auto">
          <a:xfrm>
            <a:off x="6663175" y="2393891"/>
            <a:ext cx="528379" cy="338315"/>
          </a:xfrm>
          <a:custGeom>
            <a:avLst/>
            <a:gdLst/>
            <a:ahLst/>
            <a:cxnLst>
              <a:cxn ang="0">
                <a:pos x="63" y="23"/>
              </a:cxn>
              <a:cxn ang="0">
                <a:pos x="32" y="41"/>
              </a:cxn>
              <a:cxn ang="0">
                <a:pos x="0" y="23"/>
              </a:cxn>
              <a:cxn ang="0">
                <a:pos x="0" y="21"/>
              </a:cxn>
              <a:cxn ang="0">
                <a:pos x="0" y="18"/>
              </a:cxn>
              <a:cxn ang="0">
                <a:pos x="32" y="0"/>
              </a:cxn>
              <a:cxn ang="0">
                <a:pos x="63" y="18"/>
              </a:cxn>
              <a:cxn ang="0">
                <a:pos x="64" y="21"/>
              </a:cxn>
              <a:cxn ang="0">
                <a:pos x="63" y="23"/>
              </a:cxn>
              <a:cxn ang="0">
                <a:pos x="46" y="8"/>
              </a:cxn>
              <a:cxn ang="0">
                <a:pos x="48" y="16"/>
              </a:cxn>
              <a:cxn ang="0">
                <a:pos x="32" y="32"/>
              </a:cxn>
              <a:cxn ang="0">
                <a:pos x="16" y="16"/>
              </a:cxn>
              <a:cxn ang="0">
                <a:pos x="18" y="8"/>
              </a:cxn>
              <a:cxn ang="0">
                <a:pos x="4" y="21"/>
              </a:cxn>
              <a:cxn ang="0">
                <a:pos x="32" y="37"/>
              </a:cxn>
              <a:cxn ang="0">
                <a:pos x="59" y="21"/>
              </a:cxn>
              <a:cxn ang="0">
                <a:pos x="46" y="8"/>
              </a:cxn>
              <a:cxn ang="0">
                <a:pos x="32" y="5"/>
              </a:cxn>
              <a:cxn ang="0">
                <a:pos x="21" y="16"/>
              </a:cxn>
              <a:cxn ang="0">
                <a:pos x="23" y="18"/>
              </a:cxn>
              <a:cxn ang="0">
                <a:pos x="24" y="16"/>
              </a:cxn>
              <a:cxn ang="0">
                <a:pos x="32" y="9"/>
              </a:cxn>
              <a:cxn ang="0">
                <a:pos x="33" y="7"/>
              </a:cxn>
              <a:cxn ang="0">
                <a:pos x="32" y="5"/>
              </a:cxn>
            </a:cxnLst>
            <a:rect l="0" t="0" r="r" b="b"/>
            <a:pathLst>
              <a:path w="64" h="41">
                <a:moveTo>
                  <a:pt x="63" y="23"/>
                </a:moveTo>
                <a:cubicBezTo>
                  <a:pt x="56" y="34"/>
                  <a:pt x="44" y="41"/>
                  <a:pt x="32" y="41"/>
                </a:cubicBezTo>
                <a:cubicBezTo>
                  <a:pt x="19" y="41"/>
                  <a:pt x="7" y="34"/>
                  <a:pt x="0" y="23"/>
                </a:cubicBezTo>
                <a:cubicBezTo>
                  <a:pt x="0" y="23"/>
                  <a:pt x="0" y="22"/>
                  <a:pt x="0" y="21"/>
                </a:cubicBezTo>
                <a:cubicBezTo>
                  <a:pt x="0" y="20"/>
                  <a:pt x="0" y="19"/>
                  <a:pt x="0" y="18"/>
                </a:cubicBezTo>
                <a:cubicBezTo>
                  <a:pt x="7" y="8"/>
                  <a:pt x="19" y="0"/>
                  <a:pt x="32" y="0"/>
                </a:cubicBezTo>
                <a:cubicBezTo>
                  <a:pt x="44" y="0"/>
                  <a:pt x="56" y="8"/>
                  <a:pt x="63" y="18"/>
                </a:cubicBezTo>
                <a:cubicBezTo>
                  <a:pt x="63" y="19"/>
                  <a:pt x="64" y="20"/>
                  <a:pt x="64" y="21"/>
                </a:cubicBezTo>
                <a:cubicBezTo>
                  <a:pt x="64" y="22"/>
                  <a:pt x="63" y="23"/>
                  <a:pt x="63" y="23"/>
                </a:cubicBezTo>
                <a:close/>
                <a:moveTo>
                  <a:pt x="46" y="8"/>
                </a:moveTo>
                <a:cubicBezTo>
                  <a:pt x="47" y="11"/>
                  <a:pt x="48" y="13"/>
                  <a:pt x="48" y="16"/>
                </a:cubicBezTo>
                <a:cubicBezTo>
                  <a:pt x="48" y="25"/>
                  <a:pt x="41" y="32"/>
                  <a:pt x="32" y="32"/>
                </a:cubicBezTo>
                <a:cubicBezTo>
                  <a:pt x="23" y="32"/>
                  <a:pt x="16" y="25"/>
                  <a:pt x="16" y="16"/>
                </a:cubicBezTo>
                <a:cubicBezTo>
                  <a:pt x="16" y="13"/>
                  <a:pt x="17" y="11"/>
                  <a:pt x="18" y="8"/>
                </a:cubicBezTo>
                <a:cubicBezTo>
                  <a:pt x="12" y="11"/>
                  <a:pt x="8" y="16"/>
                  <a:pt x="4" y="21"/>
                </a:cubicBezTo>
                <a:cubicBezTo>
                  <a:pt x="10" y="30"/>
                  <a:pt x="20" y="37"/>
                  <a:pt x="32" y="37"/>
                </a:cubicBezTo>
                <a:cubicBezTo>
                  <a:pt x="43" y="37"/>
                  <a:pt x="53" y="30"/>
                  <a:pt x="59" y="21"/>
                </a:cubicBezTo>
                <a:cubicBezTo>
                  <a:pt x="56" y="16"/>
                  <a:pt x="51" y="11"/>
                  <a:pt x="46" y="8"/>
                </a:cubicBezTo>
                <a:close/>
                <a:moveTo>
                  <a:pt x="32" y="5"/>
                </a:moveTo>
                <a:cubicBezTo>
                  <a:pt x="26" y="5"/>
                  <a:pt x="21" y="10"/>
                  <a:pt x="21" y="16"/>
                </a:cubicBezTo>
                <a:cubicBezTo>
                  <a:pt x="21" y="17"/>
                  <a:pt x="22" y="18"/>
                  <a:pt x="23" y="18"/>
                </a:cubicBezTo>
                <a:cubicBezTo>
                  <a:pt x="24" y="18"/>
                  <a:pt x="24" y="17"/>
                  <a:pt x="24" y="16"/>
                </a:cubicBezTo>
                <a:cubicBezTo>
                  <a:pt x="24" y="12"/>
                  <a:pt x="28" y="9"/>
                  <a:pt x="32" y="9"/>
                </a:cubicBezTo>
                <a:cubicBezTo>
                  <a:pt x="33" y="9"/>
                  <a:pt x="33" y="8"/>
                  <a:pt x="33" y="7"/>
                </a:cubicBezTo>
                <a:cubicBezTo>
                  <a:pt x="33" y="6"/>
                  <a:pt x="33" y="5"/>
                  <a:pt x="32" y="5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noProof="0"/>
          </a:p>
        </p:txBody>
      </p:sp>
      <p:sp>
        <p:nvSpPr>
          <p:cNvPr id="49" name="Freeform 12"/>
          <p:cNvSpPr>
            <a:spLocks noEditPoints="1"/>
          </p:cNvSpPr>
          <p:nvPr/>
        </p:nvSpPr>
        <p:spPr bwMode="auto">
          <a:xfrm>
            <a:off x="6652648" y="5345887"/>
            <a:ext cx="549432" cy="549432"/>
          </a:xfrm>
          <a:custGeom>
            <a:avLst/>
            <a:gdLst/>
            <a:ahLst/>
            <a:cxnLst>
              <a:cxn ang="0">
                <a:pos x="72" y="36"/>
              </a:cxn>
              <a:cxn ang="0">
                <a:pos x="36" y="72"/>
              </a:cxn>
              <a:cxn ang="0">
                <a:pos x="0" y="36"/>
              </a:cxn>
              <a:cxn ang="0">
                <a:pos x="36" y="0"/>
              </a:cxn>
              <a:cxn ang="0">
                <a:pos x="72" y="36"/>
              </a:cxn>
              <a:cxn ang="0">
                <a:pos x="16" y="43"/>
              </a:cxn>
              <a:cxn ang="0">
                <a:pos x="15" y="36"/>
              </a:cxn>
              <a:cxn ang="0">
                <a:pos x="16" y="30"/>
              </a:cxn>
              <a:cxn ang="0">
                <a:pos x="9" y="22"/>
              </a:cxn>
              <a:cxn ang="0">
                <a:pos x="5" y="36"/>
              </a:cxn>
              <a:cxn ang="0">
                <a:pos x="9" y="51"/>
              </a:cxn>
              <a:cxn ang="0">
                <a:pos x="16" y="43"/>
              </a:cxn>
              <a:cxn ang="0">
                <a:pos x="51" y="36"/>
              </a:cxn>
              <a:cxn ang="0">
                <a:pos x="36" y="21"/>
              </a:cxn>
              <a:cxn ang="0">
                <a:pos x="20" y="36"/>
              </a:cxn>
              <a:cxn ang="0">
                <a:pos x="36" y="52"/>
              </a:cxn>
              <a:cxn ang="0">
                <a:pos x="51" y="36"/>
              </a:cxn>
              <a:cxn ang="0">
                <a:pos x="21" y="9"/>
              </a:cxn>
              <a:cxn ang="0">
                <a:pos x="29" y="17"/>
              </a:cxn>
              <a:cxn ang="0">
                <a:pos x="36" y="16"/>
              </a:cxn>
              <a:cxn ang="0">
                <a:pos x="42" y="17"/>
              </a:cxn>
              <a:cxn ang="0">
                <a:pos x="50" y="9"/>
              </a:cxn>
              <a:cxn ang="0">
                <a:pos x="36" y="5"/>
              </a:cxn>
              <a:cxn ang="0">
                <a:pos x="21" y="9"/>
              </a:cxn>
              <a:cxn ang="0">
                <a:pos x="50" y="64"/>
              </a:cxn>
              <a:cxn ang="0">
                <a:pos x="42" y="56"/>
              </a:cxn>
              <a:cxn ang="0">
                <a:pos x="36" y="57"/>
              </a:cxn>
              <a:cxn ang="0">
                <a:pos x="29" y="56"/>
              </a:cxn>
              <a:cxn ang="0">
                <a:pos x="21" y="64"/>
              </a:cxn>
              <a:cxn ang="0">
                <a:pos x="36" y="67"/>
              </a:cxn>
              <a:cxn ang="0">
                <a:pos x="50" y="64"/>
              </a:cxn>
              <a:cxn ang="0">
                <a:pos x="63" y="51"/>
              </a:cxn>
              <a:cxn ang="0">
                <a:pos x="67" y="36"/>
              </a:cxn>
              <a:cxn ang="0">
                <a:pos x="63" y="22"/>
              </a:cxn>
              <a:cxn ang="0">
                <a:pos x="55" y="30"/>
              </a:cxn>
              <a:cxn ang="0">
                <a:pos x="56" y="36"/>
              </a:cxn>
              <a:cxn ang="0">
                <a:pos x="55" y="43"/>
              </a:cxn>
              <a:cxn ang="0">
                <a:pos x="63" y="51"/>
              </a:cxn>
            </a:cxnLst>
            <a:rect l="0" t="0" r="r" b="b"/>
            <a:pathLst>
              <a:path w="72" h="72">
                <a:moveTo>
                  <a:pt x="72" y="36"/>
                </a:moveTo>
                <a:cubicBezTo>
                  <a:pt x="72" y="56"/>
                  <a:pt x="56" y="72"/>
                  <a:pt x="36" y="72"/>
                </a:cubicBezTo>
                <a:cubicBezTo>
                  <a:pt x="16" y="72"/>
                  <a:pt x="0" y="56"/>
                  <a:pt x="0" y="36"/>
                </a:cubicBezTo>
                <a:cubicBezTo>
                  <a:pt x="0" y="16"/>
                  <a:pt x="16" y="0"/>
                  <a:pt x="36" y="0"/>
                </a:cubicBezTo>
                <a:cubicBezTo>
                  <a:pt x="56" y="0"/>
                  <a:pt x="72" y="16"/>
                  <a:pt x="72" y="36"/>
                </a:cubicBezTo>
                <a:close/>
                <a:moveTo>
                  <a:pt x="16" y="43"/>
                </a:moveTo>
                <a:cubicBezTo>
                  <a:pt x="16" y="41"/>
                  <a:pt x="15" y="39"/>
                  <a:pt x="15" y="36"/>
                </a:cubicBezTo>
                <a:cubicBezTo>
                  <a:pt x="15" y="34"/>
                  <a:pt x="16" y="32"/>
                  <a:pt x="16" y="30"/>
                </a:cubicBezTo>
                <a:cubicBezTo>
                  <a:pt x="9" y="22"/>
                  <a:pt x="9" y="22"/>
                  <a:pt x="9" y="22"/>
                </a:cubicBezTo>
                <a:cubicBezTo>
                  <a:pt x="6" y="26"/>
                  <a:pt x="5" y="31"/>
                  <a:pt x="5" y="36"/>
                </a:cubicBezTo>
                <a:cubicBezTo>
                  <a:pt x="5" y="42"/>
                  <a:pt x="6" y="46"/>
                  <a:pt x="9" y="51"/>
                </a:cubicBezTo>
                <a:lnTo>
                  <a:pt x="16" y="43"/>
                </a:lnTo>
                <a:close/>
                <a:moveTo>
                  <a:pt x="51" y="36"/>
                </a:moveTo>
                <a:cubicBezTo>
                  <a:pt x="51" y="28"/>
                  <a:pt x="44" y="21"/>
                  <a:pt x="36" y="21"/>
                </a:cubicBezTo>
                <a:cubicBezTo>
                  <a:pt x="27" y="21"/>
                  <a:pt x="20" y="28"/>
                  <a:pt x="20" y="36"/>
                </a:cubicBezTo>
                <a:cubicBezTo>
                  <a:pt x="20" y="45"/>
                  <a:pt x="27" y="52"/>
                  <a:pt x="36" y="52"/>
                </a:cubicBezTo>
                <a:cubicBezTo>
                  <a:pt x="44" y="52"/>
                  <a:pt x="51" y="45"/>
                  <a:pt x="51" y="36"/>
                </a:cubicBezTo>
                <a:close/>
                <a:moveTo>
                  <a:pt x="21" y="9"/>
                </a:moveTo>
                <a:cubicBezTo>
                  <a:pt x="29" y="17"/>
                  <a:pt x="29" y="17"/>
                  <a:pt x="29" y="17"/>
                </a:cubicBezTo>
                <a:cubicBezTo>
                  <a:pt x="31" y="16"/>
                  <a:pt x="33" y="16"/>
                  <a:pt x="36" y="16"/>
                </a:cubicBezTo>
                <a:cubicBezTo>
                  <a:pt x="38" y="16"/>
                  <a:pt x="40" y="16"/>
                  <a:pt x="42" y="17"/>
                </a:cubicBezTo>
                <a:cubicBezTo>
                  <a:pt x="50" y="9"/>
                  <a:pt x="50" y="9"/>
                  <a:pt x="50" y="9"/>
                </a:cubicBezTo>
                <a:cubicBezTo>
                  <a:pt x="46" y="7"/>
                  <a:pt x="41" y="5"/>
                  <a:pt x="36" y="5"/>
                </a:cubicBezTo>
                <a:cubicBezTo>
                  <a:pt x="31" y="5"/>
                  <a:pt x="26" y="7"/>
                  <a:pt x="21" y="9"/>
                </a:cubicBezTo>
                <a:close/>
                <a:moveTo>
                  <a:pt x="50" y="64"/>
                </a:moveTo>
                <a:cubicBezTo>
                  <a:pt x="42" y="56"/>
                  <a:pt x="42" y="56"/>
                  <a:pt x="42" y="56"/>
                </a:cubicBezTo>
                <a:cubicBezTo>
                  <a:pt x="40" y="56"/>
                  <a:pt x="38" y="57"/>
                  <a:pt x="36" y="57"/>
                </a:cubicBezTo>
                <a:cubicBezTo>
                  <a:pt x="33" y="57"/>
                  <a:pt x="31" y="56"/>
                  <a:pt x="29" y="56"/>
                </a:cubicBezTo>
                <a:cubicBezTo>
                  <a:pt x="21" y="64"/>
                  <a:pt x="21" y="64"/>
                  <a:pt x="21" y="64"/>
                </a:cubicBezTo>
                <a:cubicBezTo>
                  <a:pt x="26" y="66"/>
                  <a:pt x="31" y="67"/>
                  <a:pt x="36" y="67"/>
                </a:cubicBezTo>
                <a:cubicBezTo>
                  <a:pt x="41" y="67"/>
                  <a:pt x="46" y="66"/>
                  <a:pt x="50" y="64"/>
                </a:cubicBezTo>
                <a:close/>
                <a:moveTo>
                  <a:pt x="63" y="51"/>
                </a:moveTo>
                <a:cubicBezTo>
                  <a:pt x="65" y="46"/>
                  <a:pt x="67" y="42"/>
                  <a:pt x="67" y="36"/>
                </a:cubicBezTo>
                <a:cubicBezTo>
                  <a:pt x="67" y="31"/>
                  <a:pt x="65" y="26"/>
                  <a:pt x="63" y="22"/>
                </a:cubicBezTo>
                <a:cubicBezTo>
                  <a:pt x="55" y="30"/>
                  <a:pt x="55" y="30"/>
                  <a:pt x="55" y="30"/>
                </a:cubicBezTo>
                <a:cubicBezTo>
                  <a:pt x="56" y="32"/>
                  <a:pt x="56" y="34"/>
                  <a:pt x="56" y="36"/>
                </a:cubicBezTo>
                <a:cubicBezTo>
                  <a:pt x="56" y="39"/>
                  <a:pt x="56" y="41"/>
                  <a:pt x="55" y="43"/>
                </a:cubicBezTo>
                <a:lnTo>
                  <a:pt x="63" y="51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noProof="0"/>
          </a:p>
        </p:txBody>
      </p:sp>
      <p:sp>
        <p:nvSpPr>
          <p:cNvPr id="50" name="Freeform 217"/>
          <p:cNvSpPr>
            <a:spLocks noEditPoints="1"/>
          </p:cNvSpPr>
          <p:nvPr/>
        </p:nvSpPr>
        <p:spPr bwMode="auto">
          <a:xfrm>
            <a:off x="6673599" y="3901501"/>
            <a:ext cx="507531" cy="380648"/>
          </a:xfrm>
          <a:custGeom>
            <a:avLst/>
            <a:gdLst/>
            <a:ahLst/>
            <a:cxnLst>
              <a:cxn ang="0">
                <a:pos x="78" y="58"/>
              </a:cxn>
              <a:cxn ang="0">
                <a:pos x="0" y="58"/>
              </a:cxn>
              <a:cxn ang="0">
                <a:pos x="0" y="0"/>
              </a:cxn>
              <a:cxn ang="0">
                <a:pos x="5" y="0"/>
              </a:cxn>
              <a:cxn ang="0">
                <a:pos x="5" y="53"/>
              </a:cxn>
              <a:cxn ang="0">
                <a:pos x="78" y="53"/>
              </a:cxn>
              <a:cxn ang="0">
                <a:pos x="78" y="58"/>
              </a:cxn>
              <a:cxn ang="0">
                <a:pos x="73" y="22"/>
              </a:cxn>
              <a:cxn ang="0">
                <a:pos x="71" y="23"/>
              </a:cxn>
              <a:cxn ang="0">
                <a:pos x="66" y="18"/>
              </a:cxn>
              <a:cxn ang="0">
                <a:pos x="42" y="42"/>
              </a:cxn>
              <a:cxn ang="0">
                <a:pos x="40" y="42"/>
              </a:cxn>
              <a:cxn ang="0">
                <a:pos x="31" y="34"/>
              </a:cxn>
              <a:cxn ang="0">
                <a:pos x="16" y="49"/>
              </a:cxn>
              <a:cxn ang="0">
                <a:pos x="8" y="42"/>
              </a:cxn>
              <a:cxn ang="0">
                <a:pos x="30" y="20"/>
              </a:cxn>
              <a:cxn ang="0">
                <a:pos x="32" y="20"/>
              </a:cxn>
              <a:cxn ang="0">
                <a:pos x="41" y="29"/>
              </a:cxn>
              <a:cxn ang="0">
                <a:pos x="59" y="11"/>
              </a:cxn>
              <a:cxn ang="0">
                <a:pos x="54" y="6"/>
              </a:cxn>
              <a:cxn ang="0">
                <a:pos x="55" y="4"/>
              </a:cxn>
              <a:cxn ang="0">
                <a:pos x="71" y="4"/>
              </a:cxn>
              <a:cxn ang="0">
                <a:pos x="73" y="6"/>
              </a:cxn>
              <a:cxn ang="0">
                <a:pos x="73" y="22"/>
              </a:cxn>
            </a:cxnLst>
            <a:rect l="0" t="0" r="r" b="b"/>
            <a:pathLst>
              <a:path w="78" h="58">
                <a:moveTo>
                  <a:pt x="78" y="58"/>
                </a:moveTo>
                <a:cubicBezTo>
                  <a:pt x="0" y="58"/>
                  <a:pt x="0" y="58"/>
                  <a:pt x="0" y="58"/>
                </a:cubicBezTo>
                <a:cubicBezTo>
                  <a:pt x="0" y="0"/>
                  <a:pt x="0" y="0"/>
                  <a:pt x="0" y="0"/>
                </a:cubicBezTo>
                <a:cubicBezTo>
                  <a:pt x="5" y="0"/>
                  <a:pt x="5" y="0"/>
                  <a:pt x="5" y="0"/>
                </a:cubicBezTo>
                <a:cubicBezTo>
                  <a:pt x="5" y="53"/>
                  <a:pt x="5" y="53"/>
                  <a:pt x="5" y="53"/>
                </a:cubicBezTo>
                <a:cubicBezTo>
                  <a:pt x="78" y="53"/>
                  <a:pt x="78" y="53"/>
                  <a:pt x="78" y="53"/>
                </a:cubicBezTo>
                <a:lnTo>
                  <a:pt x="78" y="58"/>
                </a:lnTo>
                <a:close/>
                <a:moveTo>
                  <a:pt x="73" y="22"/>
                </a:moveTo>
                <a:cubicBezTo>
                  <a:pt x="73" y="23"/>
                  <a:pt x="71" y="24"/>
                  <a:pt x="71" y="23"/>
                </a:cubicBezTo>
                <a:cubicBezTo>
                  <a:pt x="66" y="18"/>
                  <a:pt x="66" y="18"/>
                  <a:pt x="66" y="18"/>
                </a:cubicBezTo>
                <a:cubicBezTo>
                  <a:pt x="42" y="42"/>
                  <a:pt x="42" y="42"/>
                  <a:pt x="42" y="42"/>
                </a:cubicBezTo>
                <a:cubicBezTo>
                  <a:pt x="41" y="43"/>
                  <a:pt x="41" y="43"/>
                  <a:pt x="40" y="42"/>
                </a:cubicBezTo>
                <a:cubicBezTo>
                  <a:pt x="31" y="34"/>
                  <a:pt x="31" y="34"/>
                  <a:pt x="31" y="34"/>
                </a:cubicBezTo>
                <a:cubicBezTo>
                  <a:pt x="16" y="49"/>
                  <a:pt x="16" y="49"/>
                  <a:pt x="16" y="49"/>
                </a:cubicBezTo>
                <a:cubicBezTo>
                  <a:pt x="8" y="42"/>
                  <a:pt x="8" y="42"/>
                  <a:pt x="8" y="42"/>
                </a:cubicBezTo>
                <a:cubicBezTo>
                  <a:pt x="30" y="20"/>
                  <a:pt x="30" y="20"/>
                  <a:pt x="30" y="20"/>
                </a:cubicBezTo>
                <a:cubicBezTo>
                  <a:pt x="31" y="19"/>
                  <a:pt x="32" y="19"/>
                  <a:pt x="32" y="20"/>
                </a:cubicBezTo>
                <a:cubicBezTo>
                  <a:pt x="41" y="29"/>
                  <a:pt x="41" y="29"/>
                  <a:pt x="41" y="29"/>
                </a:cubicBezTo>
                <a:cubicBezTo>
                  <a:pt x="59" y="11"/>
                  <a:pt x="59" y="11"/>
                  <a:pt x="59" y="11"/>
                </a:cubicBezTo>
                <a:cubicBezTo>
                  <a:pt x="54" y="6"/>
                  <a:pt x="54" y="6"/>
                  <a:pt x="54" y="6"/>
                </a:cubicBezTo>
                <a:cubicBezTo>
                  <a:pt x="53" y="6"/>
                  <a:pt x="54" y="4"/>
                  <a:pt x="55" y="4"/>
                </a:cubicBezTo>
                <a:cubicBezTo>
                  <a:pt x="71" y="4"/>
                  <a:pt x="71" y="4"/>
                  <a:pt x="71" y="4"/>
                </a:cubicBezTo>
                <a:cubicBezTo>
                  <a:pt x="72" y="4"/>
                  <a:pt x="73" y="5"/>
                  <a:pt x="73" y="6"/>
                </a:cubicBezTo>
                <a:lnTo>
                  <a:pt x="73" y="22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noProof="0"/>
          </a:p>
        </p:txBody>
      </p:sp>
      <p:sp>
        <p:nvSpPr>
          <p:cNvPr id="51" name="Rectangle 50"/>
          <p:cNvSpPr/>
          <p:nvPr/>
        </p:nvSpPr>
        <p:spPr>
          <a:xfrm>
            <a:off x="2057401" y="3437973"/>
            <a:ext cx="3716359" cy="132087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>
              <a:lnSpc>
                <a:spcPts val="2133"/>
              </a:lnSpc>
            </a:pPr>
            <a:r>
              <a:rPr lang="en-US" sz="1850" b="1">
                <a:solidFill>
                  <a:schemeClr val="accent2"/>
                </a:solidFill>
                <a:latin typeface="+mj-lt"/>
              </a:rPr>
              <a:t>End-users</a:t>
            </a:r>
            <a:endParaRPr lang="en-US" sz="1867" b="1" noProof="0">
              <a:solidFill>
                <a:schemeClr val="accent2"/>
              </a:solidFill>
              <a:latin typeface="+mj-lt"/>
            </a:endParaRPr>
          </a:p>
          <a:p>
            <a:pPr>
              <a:lnSpc>
                <a:spcPts val="2133"/>
              </a:lnSpc>
            </a:pPr>
            <a:r>
              <a:rPr lang="en-US" sz="1300" b="1">
                <a:solidFill>
                  <a:schemeClr val="bg1">
                    <a:lumMod val="65000"/>
                  </a:schemeClr>
                </a:solidFill>
              </a:rPr>
              <a:t>Marketing analysts and campaign managers</a:t>
            </a:r>
            <a:r>
              <a:rPr lang="en-US" sz="1300">
                <a:solidFill>
                  <a:schemeClr val="bg1">
                    <a:lumMod val="65000"/>
                  </a:schemeClr>
                </a:solidFill>
              </a:rPr>
              <a:t> use the model’s conversion-rate predictions via the application </a:t>
            </a:r>
            <a:r>
              <a:rPr lang="en-US" sz="1300" noProof="0">
                <a:solidFill>
                  <a:schemeClr val="bg1">
                    <a:lumMod val="65000"/>
                  </a:schemeClr>
                </a:solidFill>
              </a:rPr>
              <a:t>and </a:t>
            </a:r>
            <a:r>
              <a:rPr lang="en-US" sz="1300">
                <a:solidFill>
                  <a:schemeClr val="bg1">
                    <a:lumMod val="65000"/>
                  </a:schemeClr>
                </a:solidFill>
              </a:rPr>
              <a:t>adjust budgets and targeting accordingly.</a:t>
            </a:r>
            <a:r>
              <a:rPr lang="en-US" sz="1300" noProof="0">
                <a:solidFill>
                  <a:schemeClr val="bg1">
                    <a:lumMod val="65000"/>
                  </a:schemeClr>
                </a:solidFill>
              </a:rPr>
              <a:t> </a:t>
            </a:r>
            <a:endParaRPr lang="en-US" sz="1300" noProof="0">
              <a:solidFill>
                <a:schemeClr val="bg1">
                  <a:lumMod val="65000"/>
                </a:schemeClr>
              </a:solidFill>
              <a:ea typeface="Roboto"/>
              <a:cs typeface="Roboto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2057401" y="4974400"/>
            <a:ext cx="3716359" cy="132087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>
              <a:lnSpc>
                <a:spcPts val="2133"/>
              </a:lnSpc>
            </a:pPr>
            <a:r>
              <a:rPr lang="en-US" sz="1850" b="1">
                <a:solidFill>
                  <a:schemeClr val="accent3"/>
                </a:solidFill>
                <a:latin typeface="+mj-lt"/>
              </a:rPr>
              <a:t>Stakeholders</a:t>
            </a:r>
            <a:endParaRPr lang="en-US" sz="1867" b="1" noProof="0">
              <a:solidFill>
                <a:schemeClr val="accent3"/>
              </a:solidFill>
              <a:latin typeface="+mj-lt"/>
            </a:endParaRPr>
          </a:p>
          <a:p>
            <a:pPr>
              <a:lnSpc>
                <a:spcPts val="2133"/>
              </a:lnSpc>
            </a:pPr>
            <a:r>
              <a:rPr lang="en-US" sz="1300" b="1">
                <a:solidFill>
                  <a:schemeClr val="bg1">
                    <a:lumMod val="65000"/>
                  </a:schemeClr>
                </a:solidFill>
              </a:rPr>
              <a:t>Marketing Directors</a:t>
            </a:r>
            <a:r>
              <a:rPr lang="en-US" sz="1300">
                <a:solidFill>
                  <a:schemeClr val="bg1">
                    <a:lumMod val="65000"/>
                  </a:schemeClr>
                </a:solidFill>
              </a:rPr>
              <a:t> expect accurate, timely predictions to inform spend decisions and ROI tracking. </a:t>
            </a:r>
            <a:r>
              <a:rPr lang="en-US" sz="1300" b="1">
                <a:solidFill>
                  <a:schemeClr val="bg1">
                    <a:lumMod val="65000"/>
                  </a:schemeClr>
                </a:solidFill>
              </a:rPr>
              <a:t>CTO e</a:t>
            </a:r>
            <a:r>
              <a:rPr lang="en-US" sz="1300">
                <a:solidFill>
                  <a:schemeClr val="bg1">
                    <a:lumMod val="65000"/>
                  </a:schemeClr>
                </a:solidFill>
              </a:rPr>
              <a:t>xpects reliable uptime, cost transparency, </a:t>
            </a:r>
            <a:r>
              <a:rPr lang="en-US" sz="1300" noProof="0">
                <a:solidFill>
                  <a:schemeClr val="bg1">
                    <a:lumMod val="65000"/>
                  </a:schemeClr>
                </a:solidFill>
              </a:rPr>
              <a:t>and </a:t>
            </a:r>
            <a:r>
              <a:rPr lang="en-US" sz="1300">
                <a:solidFill>
                  <a:schemeClr val="bg1">
                    <a:lumMod val="65000"/>
                  </a:schemeClr>
                </a:solidFill>
              </a:rPr>
              <a:t>security/compliance adherence</a:t>
            </a:r>
            <a:r>
              <a:rPr lang="en-US" sz="1300" noProof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en-US" sz="1300" noProof="0">
              <a:solidFill>
                <a:schemeClr val="bg1">
                  <a:lumMod val="65000"/>
                </a:schemeClr>
              </a:solidFill>
              <a:ea typeface="Roboto"/>
              <a:cs typeface="Roboto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7903402" y="2041298"/>
            <a:ext cx="3716359" cy="107067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r>
              <a:rPr lang="en-US" sz="1850" b="1">
                <a:solidFill>
                  <a:schemeClr val="accent4"/>
                </a:solidFill>
                <a:latin typeface="+mj-lt"/>
              </a:rPr>
              <a:t>Plan &amp; Communicate</a:t>
            </a:r>
            <a:endParaRPr lang="en-US" sz="1867" b="1" noProof="0">
              <a:solidFill>
                <a:schemeClr val="accent4"/>
              </a:solidFill>
              <a:latin typeface="+mj-lt"/>
            </a:endParaRPr>
          </a:p>
          <a:p>
            <a:pPr>
              <a:lnSpc>
                <a:spcPts val="2133"/>
              </a:lnSpc>
            </a:pPr>
            <a:r>
              <a:rPr lang="en-US" sz="1300">
                <a:solidFill>
                  <a:schemeClr val="bg1">
                    <a:lumMod val="65000"/>
                  </a:schemeClr>
                </a:solidFill>
              </a:rPr>
              <a:t>Define </a:t>
            </a:r>
            <a:r>
              <a:rPr lang="en-US" sz="1300" noProof="0">
                <a:solidFill>
                  <a:schemeClr val="bg1">
                    <a:lumMod val="65000"/>
                  </a:schemeClr>
                </a:solidFill>
              </a:rPr>
              <a:t>a </a:t>
            </a:r>
            <a:r>
              <a:rPr lang="en-US" sz="1300">
                <a:solidFill>
                  <a:schemeClr val="bg1">
                    <a:lumMod val="65000"/>
                  </a:schemeClr>
                </a:solidFill>
              </a:rPr>
              <a:t>clear process for introducing the new workflow - what changes, when, and why - </a:t>
            </a:r>
            <a:r>
              <a:rPr lang="en-US" sz="1300" noProof="0">
                <a:solidFill>
                  <a:schemeClr val="bg1">
                    <a:lumMod val="65000"/>
                  </a:schemeClr>
                </a:solidFill>
              </a:rPr>
              <a:t>and </a:t>
            </a:r>
            <a:r>
              <a:rPr lang="en-US" sz="1300">
                <a:solidFill>
                  <a:schemeClr val="bg1">
                    <a:lumMod val="65000"/>
                  </a:schemeClr>
                </a:solidFill>
              </a:rPr>
              <a:t>share the </a:t>
            </a:r>
            <a:r>
              <a:rPr lang="en-US" sz="1300" b="1">
                <a:solidFill>
                  <a:schemeClr val="bg1">
                    <a:lumMod val="65000"/>
                  </a:schemeClr>
                </a:solidFill>
              </a:rPr>
              <a:t>schedule </a:t>
            </a:r>
            <a:r>
              <a:rPr lang="en-US" sz="1300">
                <a:solidFill>
                  <a:schemeClr val="bg1">
                    <a:lumMod val="65000"/>
                  </a:schemeClr>
                </a:solidFill>
              </a:rPr>
              <a:t>(roadmap) with all teams.</a:t>
            </a:r>
            <a:endParaRPr lang="en-US" sz="1300" noProof="0">
              <a:solidFill>
                <a:schemeClr val="bg1">
                  <a:lumMod val="65000"/>
                </a:schemeClr>
              </a:solidFill>
              <a:ea typeface="Roboto"/>
              <a:cs typeface="Roboto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7903402" y="3435804"/>
            <a:ext cx="3716359" cy="133889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r>
              <a:rPr lang="en-US" sz="1850" b="1">
                <a:solidFill>
                  <a:schemeClr val="accent5"/>
                </a:solidFill>
                <a:latin typeface="+mj-lt"/>
              </a:rPr>
              <a:t>Identify challenges</a:t>
            </a:r>
            <a:endParaRPr lang="en-US" sz="1867" b="1" noProof="0">
              <a:solidFill>
                <a:schemeClr val="accent5"/>
              </a:solidFill>
              <a:latin typeface="+mj-lt"/>
            </a:endParaRPr>
          </a:p>
          <a:p>
            <a:pPr>
              <a:lnSpc>
                <a:spcPts val="2133"/>
              </a:lnSpc>
            </a:pPr>
            <a:r>
              <a:rPr lang="en-US" sz="1300">
                <a:solidFill>
                  <a:schemeClr val="bg1">
                    <a:lumMod val="65000"/>
                  </a:schemeClr>
                </a:solidFill>
              </a:rPr>
              <a:t>Focus first on the </a:t>
            </a:r>
            <a:r>
              <a:rPr lang="en-US" sz="1300" b="1">
                <a:solidFill>
                  <a:schemeClr val="bg1">
                    <a:lumMod val="65000"/>
                  </a:schemeClr>
                </a:solidFill>
              </a:rPr>
              <a:t>marketing department</a:t>
            </a:r>
            <a:r>
              <a:rPr lang="en-US" sz="1300">
                <a:solidFill>
                  <a:schemeClr val="bg1">
                    <a:lumMod val="65000"/>
                  </a:schemeClr>
                </a:solidFill>
              </a:rPr>
              <a:t> (the “Select Few”) while gathering diverse feedback from </a:t>
            </a:r>
            <a:r>
              <a:rPr lang="en-US" sz="1300" b="1">
                <a:solidFill>
                  <a:schemeClr val="bg1">
                    <a:lumMod val="65000"/>
                  </a:schemeClr>
                </a:solidFill>
              </a:rPr>
              <a:t>sales, analytics, </a:t>
            </a:r>
            <a:r>
              <a:rPr lang="en-US" sz="1300" b="1" noProof="0">
                <a:solidFill>
                  <a:schemeClr val="bg1">
                    <a:lumMod val="65000"/>
                  </a:schemeClr>
                </a:solidFill>
              </a:rPr>
              <a:t>and </a:t>
            </a:r>
            <a:r>
              <a:rPr lang="en-US" sz="1300" b="1">
                <a:solidFill>
                  <a:schemeClr val="bg1">
                    <a:lumMod val="65000"/>
                  </a:schemeClr>
                </a:solidFill>
              </a:rPr>
              <a:t>IT</a:t>
            </a:r>
            <a:r>
              <a:rPr lang="en-US" sz="1300">
                <a:solidFill>
                  <a:schemeClr val="bg1">
                    <a:lumMod val="65000"/>
                  </a:schemeClr>
                </a:solidFill>
              </a:rPr>
              <a:t> (“Diverse Many”) to anticipate obstacles.</a:t>
            </a:r>
            <a:endParaRPr lang="en-US" sz="1300" noProof="0">
              <a:solidFill>
                <a:schemeClr val="bg1">
                  <a:lumMod val="65000"/>
                </a:schemeClr>
              </a:solidFill>
              <a:ea typeface="Roboto"/>
              <a:cs typeface="Roboto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7903402" y="4973546"/>
            <a:ext cx="3716359" cy="133626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r>
              <a:rPr lang="en-US" sz="1850" b="1">
                <a:solidFill>
                  <a:schemeClr val="accent6"/>
                </a:solidFill>
                <a:latin typeface="+mj-lt"/>
              </a:rPr>
              <a:t>Motivate adoption</a:t>
            </a:r>
            <a:endParaRPr lang="en-US" sz="1867" b="1" noProof="0">
              <a:solidFill>
                <a:schemeClr val="accent6"/>
              </a:solidFill>
              <a:latin typeface="+mj-lt"/>
            </a:endParaRPr>
          </a:p>
          <a:p>
            <a:pPr>
              <a:lnSpc>
                <a:spcPts val="2133"/>
              </a:lnSpc>
            </a:pPr>
            <a:r>
              <a:rPr lang="en-US" sz="1300" b="1">
                <a:solidFill>
                  <a:schemeClr val="bg1">
                    <a:lumMod val="65000"/>
                  </a:schemeClr>
                </a:solidFill>
              </a:rPr>
              <a:t>Logical arguments:</a:t>
            </a:r>
            <a:r>
              <a:rPr lang="en-US" sz="1300">
                <a:solidFill>
                  <a:schemeClr val="bg1">
                    <a:lumMod val="65000"/>
                  </a:schemeClr>
                </a:solidFill>
              </a:rPr>
              <a:t> accuracy improvements, cost savings, marketing ROI gains</a:t>
            </a:r>
            <a:r>
              <a:rPr lang="en-US" sz="1300" noProof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en-US" sz="1300">
              <a:solidFill>
                <a:schemeClr val="bg1">
                  <a:lumMod val="65000"/>
                </a:schemeClr>
              </a:solidFill>
              <a:ea typeface="Roboto"/>
              <a:cs typeface="Roboto"/>
            </a:endParaRPr>
          </a:p>
          <a:p>
            <a:pPr>
              <a:lnSpc>
                <a:spcPts val="2133"/>
              </a:lnSpc>
            </a:pPr>
            <a:r>
              <a:rPr lang="en-US" sz="1300" b="1">
                <a:solidFill>
                  <a:schemeClr val="bg1">
                    <a:lumMod val="65000"/>
                  </a:schemeClr>
                </a:solidFill>
              </a:rPr>
              <a:t>Emotional drivers:</a:t>
            </a:r>
            <a:r>
              <a:rPr lang="en-US" sz="1300">
                <a:solidFill>
                  <a:schemeClr val="bg1">
                    <a:lumMod val="65000"/>
                  </a:schemeClr>
                </a:solidFill>
              </a:rPr>
              <a:t> vision sharing, reduced manual work, </a:t>
            </a:r>
            <a:r>
              <a:rPr lang="en-US" sz="1300">
                <a:solidFill>
                  <a:schemeClr val="bg1">
                    <a:lumMod val="65000"/>
                  </a:schemeClr>
                </a:solidFill>
                <a:ea typeface="+mn-lt"/>
                <a:cs typeface="+mn-lt"/>
              </a:rPr>
              <a:t>reduced manual work</a:t>
            </a:r>
            <a:r>
              <a:rPr lang="en-US" sz="1300">
                <a:solidFill>
                  <a:schemeClr val="bg1">
                    <a:lumMod val="65000"/>
                  </a:schemeClr>
                </a:solidFill>
              </a:rPr>
              <a:t>.</a:t>
            </a:r>
            <a:r>
              <a:rPr lang="en-US" sz="1300" noProof="0">
                <a:solidFill>
                  <a:schemeClr val="bg1">
                    <a:lumMod val="65000"/>
                  </a:schemeClr>
                </a:solidFill>
              </a:rPr>
              <a:t> </a:t>
            </a:r>
            <a:endParaRPr lang="en-US" sz="1300" noProof="0">
              <a:solidFill>
                <a:schemeClr val="bg1">
                  <a:lumMod val="65000"/>
                </a:schemeClr>
              </a:solidFill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4773567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4" grpId="0" animBg="1"/>
      <p:bldP spid="35" grpId="0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/>
      <p:bldP spid="56" grpId="0"/>
      <p:bldP spid="60" grpId="0"/>
      <p:bldP spid="69" grpId="0"/>
      <p:bldP spid="7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>
            <a:extLst>
              <a:ext uri="{FF2B5EF4-FFF2-40B4-BE49-F238E27FC236}">
                <a16:creationId xmlns:a16="http://schemas.microsoft.com/office/drawing/2014/main" id="{53E189AC-935C-AA8E-BDD8-FB7AB3EDE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noProof="0" dirty="0">
                <a:solidFill>
                  <a:schemeClr val="accent1"/>
                </a:solidFill>
                <a:latin typeface="+mj-lt"/>
              </a:rPr>
              <a:t>DEPLOYMENT SCHEDULE PLAN</a:t>
            </a:r>
            <a:endParaRPr lang="hu-HU" b="1" dirty="0">
              <a:solidFill>
                <a:schemeClr val="accent1"/>
              </a:solidFill>
              <a:ea typeface="Roboto Slab"/>
              <a:cs typeface="Roboto Slab"/>
            </a:endParaRPr>
          </a:p>
        </p:txBody>
      </p:sp>
      <p:pic>
        <p:nvPicPr>
          <p:cNvPr id="4" name="Kép 3" descr="A képen szöveg, képernyőkép, szám, diagram látható&#10;&#10;Lehet, hogy az AI által létrehozott tartalom helytelen.">
            <a:extLst>
              <a:ext uri="{FF2B5EF4-FFF2-40B4-BE49-F238E27FC236}">
                <a16:creationId xmlns:a16="http://schemas.microsoft.com/office/drawing/2014/main" id="{088BA728-182E-72F2-A7B5-C50D1E675A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825" r="425" b="1456"/>
          <a:stretch/>
        </p:blipFill>
        <p:spPr>
          <a:xfrm>
            <a:off x="-689" y="2117543"/>
            <a:ext cx="8589914" cy="3560577"/>
          </a:xfrm>
          <a:prstGeom prst="rect">
            <a:avLst/>
          </a:prstGeom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6E988E90-C04E-C9B7-776B-87B782753B57}"/>
              </a:ext>
            </a:extLst>
          </p:cNvPr>
          <p:cNvSpPr txBox="1"/>
          <p:nvPr/>
        </p:nvSpPr>
        <p:spPr>
          <a:xfrm>
            <a:off x="8914927" y="3890812"/>
            <a:ext cx="2499702" cy="11387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hu-HU" sz="2800">
                <a:ea typeface="Roboto"/>
                <a:cs typeface="Roboto"/>
              </a:rPr>
              <a:t>Go-</a:t>
            </a:r>
            <a:r>
              <a:rPr lang="hu-HU" sz="2800" err="1">
                <a:ea typeface="Roboto"/>
                <a:cs typeface="Roboto"/>
              </a:rPr>
              <a:t>Live</a:t>
            </a:r>
          </a:p>
          <a:p>
            <a:r>
              <a:rPr lang="hu-HU" sz="4000" b="1" err="1">
                <a:ea typeface="Roboto"/>
                <a:cs typeface="Roboto"/>
              </a:rPr>
              <a:t>June</a:t>
            </a:r>
            <a:r>
              <a:rPr lang="hu-HU" sz="4000" b="1">
                <a:ea typeface="Roboto"/>
                <a:cs typeface="Roboto"/>
              </a:rPr>
              <a:t> 5th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4C2B3307-4DC3-A903-97E0-06B7EA7328B4}"/>
              </a:ext>
            </a:extLst>
          </p:cNvPr>
          <p:cNvSpPr txBox="1"/>
          <p:nvPr/>
        </p:nvSpPr>
        <p:spPr>
          <a:xfrm>
            <a:off x="8914927" y="2288658"/>
            <a:ext cx="2978394" cy="11387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800" dirty="0">
                <a:ea typeface="Roboto"/>
                <a:cs typeface="Roboto"/>
              </a:rPr>
              <a:t>Project </a:t>
            </a:r>
            <a:r>
              <a:rPr lang="hu-HU" sz="2800" dirty="0" err="1">
                <a:ea typeface="Roboto"/>
                <a:cs typeface="Roboto"/>
              </a:rPr>
              <a:t>duration</a:t>
            </a:r>
            <a:r>
              <a:rPr lang="hu-HU" sz="2800" dirty="0">
                <a:ea typeface="Roboto"/>
                <a:cs typeface="Roboto"/>
              </a:rPr>
              <a:t>:</a:t>
            </a:r>
          </a:p>
          <a:p>
            <a:r>
              <a:rPr lang="hu-HU" sz="4000" b="1" dirty="0">
                <a:ea typeface="Roboto"/>
                <a:cs typeface="Roboto"/>
              </a:rPr>
              <a:t>6-8 </a:t>
            </a:r>
            <a:r>
              <a:rPr lang="hu-HU" sz="4000" b="1">
                <a:ea typeface="Roboto"/>
                <a:cs typeface="Roboto"/>
              </a:rPr>
              <a:t>weeks</a:t>
            </a:r>
            <a:endParaRPr lang="hu-HU" err="1">
              <a:ea typeface="Roboto"/>
              <a:cs typeface="Roboto"/>
            </a:endParaRP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23720E80-9C68-A704-8728-80892D22713B}"/>
              </a:ext>
            </a:extLst>
          </p:cNvPr>
          <p:cNvSpPr txBox="1"/>
          <p:nvPr/>
        </p:nvSpPr>
        <p:spPr>
          <a:xfrm>
            <a:off x="1897716" y="1708512"/>
            <a:ext cx="95505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1400">
                <a:ea typeface="Roboto"/>
                <a:cs typeface="Roboto"/>
              </a:rPr>
              <a:t>May 13</a:t>
            </a: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4A5C6987-BCB2-347A-D29E-C59F1E8A57AB}"/>
              </a:ext>
            </a:extLst>
          </p:cNvPr>
          <p:cNvSpPr txBox="1"/>
          <p:nvPr/>
        </p:nvSpPr>
        <p:spPr>
          <a:xfrm>
            <a:off x="7817869" y="1708512"/>
            <a:ext cx="95505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1400" err="1">
                <a:ea typeface="Roboto"/>
                <a:cs typeface="Roboto"/>
              </a:rPr>
              <a:t>June</a:t>
            </a:r>
            <a:r>
              <a:rPr lang="hu-HU" sz="1400">
                <a:ea typeface="Roboto"/>
                <a:cs typeface="Roboto"/>
              </a:rPr>
              <a:t> 13</a:t>
            </a: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28B4B978-64EB-0BD3-A72B-805D48A559DF}"/>
              </a:ext>
            </a:extLst>
          </p:cNvPr>
          <p:cNvSpPr txBox="1"/>
          <p:nvPr/>
        </p:nvSpPr>
        <p:spPr>
          <a:xfrm>
            <a:off x="6245024" y="1708512"/>
            <a:ext cx="95505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1400" err="1">
                <a:ea typeface="Roboto"/>
                <a:cs typeface="Roboto"/>
              </a:rPr>
              <a:t>June</a:t>
            </a:r>
            <a:r>
              <a:rPr lang="hu-HU" sz="1400">
                <a:ea typeface="Roboto"/>
                <a:cs typeface="Roboto"/>
              </a:rPr>
              <a:t> 5</a:t>
            </a:r>
          </a:p>
        </p:txBody>
      </p:sp>
    </p:spTree>
    <p:extLst>
      <p:ext uri="{BB962C8B-B14F-4D97-AF65-F5344CB8AC3E}">
        <p14:creationId xmlns:p14="http://schemas.microsoft.com/office/powerpoint/2010/main" val="14379271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 bwMode="auto">
          <a:xfrm>
            <a:off x="8632708" y="9018"/>
            <a:ext cx="3556000" cy="6858000"/>
          </a:xfrm>
          <a:prstGeom prst="rect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 defTabSz="1219170"/>
            <a:endParaRPr lang="en-US" sz="2400" noProof="0">
              <a:solidFill>
                <a:srgbClr val="262626"/>
              </a:solidFill>
              <a:latin typeface="Roboto"/>
            </a:endParaRPr>
          </a:p>
        </p:txBody>
      </p:sp>
      <p:grpSp>
        <p:nvGrpSpPr>
          <p:cNvPr id="25" name="Group 20"/>
          <p:cNvGrpSpPr/>
          <p:nvPr/>
        </p:nvGrpSpPr>
        <p:grpSpPr>
          <a:xfrm>
            <a:off x="6086909" y="1701800"/>
            <a:ext cx="5082180" cy="4043648"/>
            <a:chOff x="2094899" y="1081795"/>
            <a:chExt cx="4400683" cy="3501414"/>
          </a:xfrm>
          <a:effectLst/>
        </p:grpSpPr>
        <p:sp>
          <p:nvSpPr>
            <p:cNvPr id="45" name="Rectangle 44"/>
            <p:cNvSpPr/>
            <p:nvPr/>
          </p:nvSpPr>
          <p:spPr>
            <a:xfrm>
              <a:off x="2285399" y="1247618"/>
              <a:ext cx="4008120" cy="22598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en-US" sz="2400" noProof="0">
                <a:solidFill>
                  <a:srgbClr val="FFFFFF"/>
                </a:solidFill>
                <a:latin typeface="Roboto"/>
              </a:endParaRPr>
            </a:p>
          </p:txBody>
        </p:sp>
        <p:sp>
          <p:nvSpPr>
            <p:cNvPr id="46" name="Freeform 5"/>
            <p:cNvSpPr>
              <a:spLocks noEditPoints="1"/>
            </p:cNvSpPr>
            <p:nvPr/>
          </p:nvSpPr>
          <p:spPr bwMode="auto">
            <a:xfrm>
              <a:off x="2094899" y="1081795"/>
              <a:ext cx="4400683" cy="2608522"/>
            </a:xfrm>
            <a:custGeom>
              <a:avLst/>
              <a:gdLst/>
              <a:ahLst/>
              <a:cxnLst>
                <a:cxn ang="0">
                  <a:pos x="1757" y="0"/>
                </a:cxn>
                <a:cxn ang="0">
                  <a:pos x="921" y="0"/>
                </a:cxn>
                <a:cxn ang="0">
                  <a:pos x="893" y="0"/>
                </a:cxn>
                <a:cxn ang="0">
                  <a:pos x="56" y="0"/>
                </a:cxn>
                <a:cxn ang="0">
                  <a:pos x="0" y="47"/>
                </a:cxn>
                <a:cxn ang="0">
                  <a:pos x="0" y="1076"/>
                </a:cxn>
                <a:cxn ang="0">
                  <a:pos x="1816" y="1076"/>
                </a:cxn>
                <a:cxn ang="0">
                  <a:pos x="1816" y="47"/>
                </a:cxn>
                <a:cxn ang="0">
                  <a:pos x="1757" y="0"/>
                </a:cxn>
                <a:cxn ang="0">
                  <a:pos x="1732" y="1000"/>
                </a:cxn>
                <a:cxn ang="0">
                  <a:pos x="76" y="1000"/>
                </a:cxn>
                <a:cxn ang="0">
                  <a:pos x="76" y="68"/>
                </a:cxn>
                <a:cxn ang="0">
                  <a:pos x="1732" y="68"/>
                </a:cxn>
                <a:cxn ang="0">
                  <a:pos x="1732" y="1000"/>
                </a:cxn>
              </a:cxnLst>
              <a:rect l="0" t="0" r="r" b="b"/>
              <a:pathLst>
                <a:path w="1816" h="1076">
                  <a:moveTo>
                    <a:pt x="1757" y="0"/>
                  </a:moveTo>
                  <a:cubicBezTo>
                    <a:pt x="921" y="0"/>
                    <a:pt x="921" y="0"/>
                    <a:pt x="921" y="0"/>
                  </a:cubicBezTo>
                  <a:cubicBezTo>
                    <a:pt x="893" y="0"/>
                    <a:pt x="893" y="0"/>
                    <a:pt x="893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27" y="0"/>
                    <a:pt x="0" y="17"/>
                    <a:pt x="0" y="47"/>
                  </a:cubicBezTo>
                  <a:cubicBezTo>
                    <a:pt x="0" y="1076"/>
                    <a:pt x="0" y="1076"/>
                    <a:pt x="0" y="1076"/>
                  </a:cubicBezTo>
                  <a:cubicBezTo>
                    <a:pt x="1816" y="1076"/>
                    <a:pt x="1816" y="1076"/>
                    <a:pt x="1816" y="1076"/>
                  </a:cubicBezTo>
                  <a:cubicBezTo>
                    <a:pt x="1816" y="47"/>
                    <a:pt x="1816" y="47"/>
                    <a:pt x="1816" y="47"/>
                  </a:cubicBezTo>
                  <a:cubicBezTo>
                    <a:pt x="1816" y="17"/>
                    <a:pt x="1787" y="0"/>
                    <a:pt x="1757" y="0"/>
                  </a:cubicBezTo>
                  <a:moveTo>
                    <a:pt x="1732" y="1000"/>
                  </a:moveTo>
                  <a:cubicBezTo>
                    <a:pt x="76" y="1000"/>
                    <a:pt x="76" y="1000"/>
                    <a:pt x="76" y="1000"/>
                  </a:cubicBezTo>
                  <a:cubicBezTo>
                    <a:pt x="76" y="68"/>
                    <a:pt x="76" y="68"/>
                    <a:pt x="76" y="68"/>
                  </a:cubicBezTo>
                  <a:cubicBezTo>
                    <a:pt x="1732" y="68"/>
                    <a:pt x="1732" y="68"/>
                    <a:pt x="1732" y="68"/>
                  </a:cubicBezTo>
                  <a:cubicBezTo>
                    <a:pt x="1732" y="1000"/>
                    <a:pt x="1732" y="1000"/>
                    <a:pt x="1732" y="1000"/>
                  </a:cubicBez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 sz="2400" noProof="0">
                <a:solidFill>
                  <a:srgbClr val="262626"/>
                </a:solidFill>
                <a:latin typeface="Roboto"/>
              </a:endParaRPr>
            </a:p>
          </p:txBody>
        </p:sp>
        <p:sp>
          <p:nvSpPr>
            <p:cNvPr id="47" name="Freeform 27"/>
            <p:cNvSpPr>
              <a:spLocks/>
            </p:cNvSpPr>
            <p:nvPr/>
          </p:nvSpPr>
          <p:spPr bwMode="auto">
            <a:xfrm>
              <a:off x="2094899" y="3690315"/>
              <a:ext cx="4400683" cy="3975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00"/>
                </a:cxn>
                <a:cxn ang="0">
                  <a:pos x="56" y="164"/>
                </a:cxn>
                <a:cxn ang="0">
                  <a:pos x="893" y="164"/>
                </a:cxn>
                <a:cxn ang="0">
                  <a:pos x="921" y="164"/>
                </a:cxn>
                <a:cxn ang="0">
                  <a:pos x="1757" y="164"/>
                </a:cxn>
                <a:cxn ang="0">
                  <a:pos x="1816" y="100"/>
                </a:cxn>
                <a:cxn ang="0">
                  <a:pos x="1816" y="0"/>
                </a:cxn>
                <a:cxn ang="0">
                  <a:pos x="0" y="0"/>
                </a:cxn>
              </a:cxnLst>
              <a:rect l="0" t="0" r="r" b="b"/>
              <a:pathLst>
                <a:path w="1816" h="164">
                  <a:moveTo>
                    <a:pt x="0" y="0"/>
                  </a:moveTo>
                  <a:cubicBezTo>
                    <a:pt x="0" y="100"/>
                    <a:pt x="0" y="100"/>
                    <a:pt x="0" y="100"/>
                  </a:cubicBezTo>
                  <a:cubicBezTo>
                    <a:pt x="0" y="130"/>
                    <a:pt x="27" y="164"/>
                    <a:pt x="56" y="164"/>
                  </a:cubicBezTo>
                  <a:cubicBezTo>
                    <a:pt x="893" y="164"/>
                    <a:pt x="893" y="164"/>
                    <a:pt x="893" y="164"/>
                  </a:cubicBezTo>
                  <a:cubicBezTo>
                    <a:pt x="921" y="164"/>
                    <a:pt x="921" y="164"/>
                    <a:pt x="921" y="164"/>
                  </a:cubicBezTo>
                  <a:cubicBezTo>
                    <a:pt x="1757" y="164"/>
                    <a:pt x="1757" y="164"/>
                    <a:pt x="1757" y="164"/>
                  </a:cubicBezTo>
                  <a:cubicBezTo>
                    <a:pt x="1787" y="164"/>
                    <a:pt x="1816" y="130"/>
                    <a:pt x="1816" y="100"/>
                  </a:cubicBezTo>
                  <a:cubicBezTo>
                    <a:pt x="1816" y="0"/>
                    <a:pt x="1816" y="0"/>
                    <a:pt x="1816" y="0"/>
                  </a:cubicBez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83000">
                  <a:schemeClr val="bg1">
                    <a:lumMod val="75000"/>
                  </a:schemeClr>
                </a:gs>
                <a:gs pos="54000">
                  <a:schemeClr val="bg1">
                    <a:lumMod val="85000"/>
                  </a:schemeClr>
                </a:gs>
              </a:gsLst>
              <a:lin ang="1800000" scaled="0"/>
            </a:gra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r>
                <a:rPr lang="en-US" sz="2400" noProof="0">
                  <a:solidFill>
                    <a:srgbClr val="262626"/>
                  </a:solidFill>
                  <a:latin typeface="Roboto"/>
                </a:rPr>
                <a:t> </a:t>
              </a:r>
            </a:p>
          </p:txBody>
        </p:sp>
        <p:sp>
          <p:nvSpPr>
            <p:cNvPr id="48" name="Freeform 47"/>
            <p:cNvSpPr>
              <a:spLocks/>
            </p:cNvSpPr>
            <p:nvPr/>
          </p:nvSpPr>
          <p:spPr bwMode="auto">
            <a:xfrm>
              <a:off x="3506519" y="4087866"/>
              <a:ext cx="1590198" cy="495343"/>
            </a:xfrm>
            <a:custGeom>
              <a:avLst/>
              <a:gdLst/>
              <a:ahLst/>
              <a:cxnLst>
                <a:cxn ang="0">
                  <a:pos x="335" y="0"/>
                </a:cxn>
                <a:cxn ang="0">
                  <a:pos x="322" y="0"/>
                </a:cxn>
                <a:cxn ang="0">
                  <a:pos x="143" y="0"/>
                </a:cxn>
                <a:cxn ang="0">
                  <a:pos x="102" y="128"/>
                </a:cxn>
                <a:cxn ang="0">
                  <a:pos x="108" y="204"/>
                </a:cxn>
                <a:cxn ang="0">
                  <a:pos x="322" y="204"/>
                </a:cxn>
                <a:cxn ang="0">
                  <a:pos x="335" y="204"/>
                </a:cxn>
                <a:cxn ang="0">
                  <a:pos x="549" y="204"/>
                </a:cxn>
                <a:cxn ang="0">
                  <a:pos x="555" y="128"/>
                </a:cxn>
                <a:cxn ang="0">
                  <a:pos x="513" y="0"/>
                </a:cxn>
                <a:cxn ang="0">
                  <a:pos x="335" y="0"/>
                </a:cxn>
              </a:cxnLst>
              <a:rect l="0" t="0" r="r" b="b"/>
              <a:pathLst>
                <a:path w="656" h="204">
                  <a:moveTo>
                    <a:pt x="335" y="0"/>
                  </a:moveTo>
                  <a:cubicBezTo>
                    <a:pt x="322" y="0"/>
                    <a:pt x="322" y="0"/>
                    <a:pt x="322" y="0"/>
                  </a:cubicBezTo>
                  <a:cubicBezTo>
                    <a:pt x="143" y="0"/>
                    <a:pt x="143" y="0"/>
                    <a:pt x="143" y="0"/>
                  </a:cubicBezTo>
                  <a:cubicBezTo>
                    <a:pt x="143" y="0"/>
                    <a:pt x="142" y="88"/>
                    <a:pt x="102" y="128"/>
                  </a:cubicBezTo>
                  <a:cubicBezTo>
                    <a:pt x="62" y="169"/>
                    <a:pt x="0" y="204"/>
                    <a:pt x="108" y="204"/>
                  </a:cubicBezTo>
                  <a:cubicBezTo>
                    <a:pt x="322" y="204"/>
                    <a:pt x="322" y="204"/>
                    <a:pt x="322" y="204"/>
                  </a:cubicBezTo>
                  <a:cubicBezTo>
                    <a:pt x="335" y="204"/>
                    <a:pt x="335" y="204"/>
                    <a:pt x="335" y="204"/>
                  </a:cubicBezTo>
                  <a:cubicBezTo>
                    <a:pt x="549" y="204"/>
                    <a:pt x="549" y="204"/>
                    <a:pt x="549" y="204"/>
                  </a:cubicBezTo>
                  <a:cubicBezTo>
                    <a:pt x="656" y="204"/>
                    <a:pt x="594" y="169"/>
                    <a:pt x="555" y="128"/>
                  </a:cubicBezTo>
                  <a:cubicBezTo>
                    <a:pt x="515" y="88"/>
                    <a:pt x="513" y="0"/>
                    <a:pt x="513" y="0"/>
                  </a:cubicBezTo>
                  <a:lnTo>
                    <a:pt x="335" y="0"/>
                  </a:lnTo>
                  <a:close/>
                </a:path>
              </a:pathLst>
            </a:custGeom>
            <a:gradFill>
              <a:gsLst>
                <a:gs pos="42000">
                  <a:schemeClr val="bg1">
                    <a:lumMod val="75000"/>
                  </a:schemeClr>
                </a:gs>
                <a:gs pos="6000">
                  <a:schemeClr val="bg1">
                    <a:lumMod val="85000"/>
                  </a:schemeClr>
                </a:gs>
                <a:gs pos="0">
                  <a:schemeClr val="bg1">
                    <a:lumMod val="65000"/>
                  </a:schemeClr>
                </a:gs>
              </a:gsLst>
              <a:lin ang="5400000" scaled="0"/>
            </a:gra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 sz="2400" noProof="0">
                <a:solidFill>
                  <a:srgbClr val="262626"/>
                </a:solidFill>
                <a:latin typeface="Roboto"/>
              </a:endParaRPr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>
                <a:ea typeface="Roboto"/>
              </a:rPr>
              <a:t>Conversion prediction, feature importance and marketing breakdown </a:t>
            </a:r>
            <a:endParaRPr lang="en-US" noProof="0">
              <a:cs typeface="Roboto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Application showcase</a:t>
            </a:r>
          </a:p>
        </p:txBody>
      </p:sp>
      <p:sp>
        <p:nvSpPr>
          <p:cNvPr id="26" name="Inhaltsplatzhalter 4"/>
          <p:cNvSpPr txBox="1">
            <a:spLocks/>
          </p:cNvSpPr>
          <p:nvPr/>
        </p:nvSpPr>
        <p:spPr>
          <a:xfrm>
            <a:off x="1354322" y="4474159"/>
            <a:ext cx="4233679" cy="78489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218806">
              <a:lnSpc>
                <a:spcPct val="150000"/>
              </a:lnSpc>
              <a:spcAft>
                <a:spcPts val="1333"/>
              </a:spcAft>
              <a:buNone/>
            </a:pPr>
            <a:r>
              <a:rPr lang="en-US" sz="2100" dirty="0">
                <a:solidFill>
                  <a:srgbClr val="3DB2C4"/>
                </a:solidFill>
                <a:latin typeface="Roboto Slab"/>
                <a:ea typeface="Roboto Slab"/>
                <a:cs typeface="Roboto Slab"/>
              </a:rPr>
              <a:t>Feature importance</a:t>
            </a:r>
            <a:br>
              <a:rPr lang="en-US" sz="1600" noProof="0" dirty="0">
                <a:latin typeface="Roboto Slab"/>
              </a:rPr>
            </a:br>
            <a:endParaRPr lang="hu-HU" sz="1450" dirty="0"/>
          </a:p>
        </p:txBody>
      </p:sp>
      <p:grpSp>
        <p:nvGrpSpPr>
          <p:cNvPr id="27" name="Group 26"/>
          <p:cNvGrpSpPr/>
          <p:nvPr/>
        </p:nvGrpSpPr>
        <p:grpSpPr>
          <a:xfrm>
            <a:off x="599611" y="4482118"/>
            <a:ext cx="514341" cy="514341"/>
            <a:chOff x="-1238250" y="2566988"/>
            <a:chExt cx="1381125" cy="1381125"/>
          </a:xfrm>
          <a:solidFill>
            <a:schemeClr val="accent2"/>
          </a:solidFill>
        </p:grpSpPr>
        <p:sp>
          <p:nvSpPr>
            <p:cNvPr id="28" name="Freeform 32"/>
            <p:cNvSpPr>
              <a:spLocks noEditPoints="1"/>
            </p:cNvSpPr>
            <p:nvPr/>
          </p:nvSpPr>
          <p:spPr bwMode="auto">
            <a:xfrm>
              <a:off x="-1238250" y="2566988"/>
              <a:ext cx="1381125" cy="1381125"/>
            </a:xfrm>
            <a:custGeom>
              <a:avLst/>
              <a:gdLst>
                <a:gd name="T0" fmla="*/ 1520 w 3480"/>
                <a:gd name="T1" fmla="*/ 434 h 3480"/>
                <a:gd name="T2" fmla="*/ 1188 w 3480"/>
                <a:gd name="T3" fmla="*/ 611 h 3480"/>
                <a:gd name="T4" fmla="*/ 919 w 3480"/>
                <a:gd name="T5" fmla="*/ 632 h 3480"/>
                <a:gd name="T6" fmla="*/ 509 w 3480"/>
                <a:gd name="T7" fmla="*/ 752 h 3480"/>
                <a:gd name="T8" fmla="*/ 668 w 3480"/>
                <a:gd name="T9" fmla="*/ 1063 h 3480"/>
                <a:gd name="T10" fmla="*/ 502 w 3480"/>
                <a:gd name="T11" fmla="*/ 1461 h 3480"/>
                <a:gd name="T12" fmla="*/ 171 w 3480"/>
                <a:gd name="T13" fmla="*/ 1568 h 3480"/>
                <a:gd name="T14" fmla="*/ 375 w 3480"/>
                <a:gd name="T15" fmla="*/ 1942 h 3480"/>
                <a:gd name="T16" fmla="*/ 552 w 3480"/>
                <a:gd name="T17" fmla="*/ 2149 h 3480"/>
                <a:gd name="T18" fmla="*/ 661 w 3480"/>
                <a:gd name="T19" fmla="*/ 2507 h 3480"/>
                <a:gd name="T20" fmla="*/ 735 w 3480"/>
                <a:gd name="T21" fmla="*/ 2965 h 3480"/>
                <a:gd name="T22" fmla="*/ 1001 w 3480"/>
                <a:gd name="T23" fmla="*/ 2812 h 3480"/>
                <a:gd name="T24" fmla="*/ 1405 w 3480"/>
                <a:gd name="T25" fmla="*/ 2952 h 3480"/>
                <a:gd name="T26" fmla="*/ 1550 w 3480"/>
                <a:gd name="T27" fmla="*/ 3204 h 3480"/>
                <a:gd name="T28" fmla="*/ 1915 w 3480"/>
                <a:gd name="T29" fmla="*/ 3301 h 3480"/>
                <a:gd name="T30" fmla="*/ 2046 w 3480"/>
                <a:gd name="T31" fmla="*/ 2962 h 3480"/>
                <a:gd name="T32" fmla="*/ 2448 w 3480"/>
                <a:gd name="T33" fmla="*/ 2810 h 3480"/>
                <a:gd name="T34" fmla="*/ 2738 w 3480"/>
                <a:gd name="T35" fmla="*/ 2971 h 3480"/>
                <a:gd name="T36" fmla="*/ 2831 w 3480"/>
                <a:gd name="T37" fmla="*/ 2535 h 3480"/>
                <a:gd name="T38" fmla="*/ 2901 w 3480"/>
                <a:gd name="T39" fmla="*/ 2221 h 3480"/>
                <a:gd name="T40" fmla="*/ 3074 w 3480"/>
                <a:gd name="T41" fmla="*/ 1950 h 3480"/>
                <a:gd name="T42" fmla="*/ 3315 w 3480"/>
                <a:gd name="T43" fmla="*/ 1575 h 3480"/>
                <a:gd name="T44" fmla="*/ 2997 w 3480"/>
                <a:gd name="T45" fmla="*/ 1484 h 3480"/>
                <a:gd name="T46" fmla="*/ 2821 w 3480"/>
                <a:gd name="T47" fmla="*/ 1091 h 3480"/>
                <a:gd name="T48" fmla="*/ 2967 w 3480"/>
                <a:gd name="T49" fmla="*/ 760 h 3480"/>
                <a:gd name="T50" fmla="*/ 2641 w 3480"/>
                <a:gd name="T51" fmla="*/ 572 h 3480"/>
                <a:gd name="T52" fmla="*/ 2360 w 3480"/>
                <a:gd name="T53" fmla="*/ 646 h 3480"/>
                <a:gd name="T54" fmla="*/ 1976 w 3480"/>
                <a:gd name="T55" fmla="*/ 461 h 3480"/>
                <a:gd name="T56" fmla="*/ 1896 w 3480"/>
                <a:gd name="T57" fmla="*/ 162 h 3480"/>
                <a:gd name="T58" fmla="*/ 2036 w 3480"/>
                <a:gd name="T59" fmla="*/ 67 h 3480"/>
                <a:gd name="T60" fmla="*/ 2110 w 3480"/>
                <a:gd name="T61" fmla="*/ 367 h 3480"/>
                <a:gd name="T62" fmla="*/ 2455 w 3480"/>
                <a:gd name="T63" fmla="*/ 507 h 3480"/>
                <a:gd name="T64" fmla="*/ 2759 w 3480"/>
                <a:gd name="T65" fmla="*/ 349 h 3480"/>
                <a:gd name="T66" fmla="*/ 3125 w 3480"/>
                <a:gd name="T67" fmla="*/ 693 h 3480"/>
                <a:gd name="T68" fmla="*/ 2977 w 3480"/>
                <a:gd name="T69" fmla="*/ 1018 h 3480"/>
                <a:gd name="T70" fmla="*/ 3110 w 3480"/>
                <a:gd name="T71" fmla="*/ 1367 h 3480"/>
                <a:gd name="T72" fmla="*/ 3386 w 3480"/>
                <a:gd name="T73" fmla="*/ 1425 h 3480"/>
                <a:gd name="T74" fmla="*/ 3477 w 3480"/>
                <a:gd name="T75" fmla="*/ 1929 h 3480"/>
                <a:gd name="T76" fmla="*/ 3226 w 3480"/>
                <a:gd name="T77" fmla="*/ 2090 h 3480"/>
                <a:gd name="T78" fmla="*/ 3052 w 3480"/>
                <a:gd name="T79" fmla="*/ 2283 h 3480"/>
                <a:gd name="T80" fmla="*/ 3114 w 3480"/>
                <a:gd name="T81" fmla="*/ 2648 h 3480"/>
                <a:gd name="T82" fmla="*/ 3080 w 3480"/>
                <a:gd name="T83" fmla="*/ 2860 h 3480"/>
                <a:gd name="T84" fmla="*/ 2674 w 3480"/>
                <a:gd name="T85" fmla="*/ 3125 h 3480"/>
                <a:gd name="T86" fmla="*/ 2363 w 3480"/>
                <a:gd name="T87" fmla="*/ 3016 h 3480"/>
                <a:gd name="T88" fmla="*/ 2104 w 3480"/>
                <a:gd name="T89" fmla="*/ 3126 h 3480"/>
                <a:gd name="T90" fmla="*/ 1959 w 3480"/>
                <a:gd name="T91" fmla="*/ 3468 h 3480"/>
                <a:gd name="T92" fmla="*/ 1444 w 3480"/>
                <a:gd name="T93" fmla="*/ 3413 h 3480"/>
                <a:gd name="T94" fmla="*/ 1370 w 3480"/>
                <a:gd name="T95" fmla="*/ 3113 h 3480"/>
                <a:gd name="T96" fmla="*/ 1025 w 3480"/>
                <a:gd name="T97" fmla="*/ 2973 h 3480"/>
                <a:gd name="T98" fmla="*/ 721 w 3480"/>
                <a:gd name="T99" fmla="*/ 3131 h 3480"/>
                <a:gd name="T100" fmla="*/ 355 w 3480"/>
                <a:gd name="T101" fmla="*/ 2787 h 3480"/>
                <a:gd name="T102" fmla="*/ 503 w 3480"/>
                <a:gd name="T103" fmla="*/ 2462 h 3480"/>
                <a:gd name="T104" fmla="*/ 370 w 3480"/>
                <a:gd name="T105" fmla="*/ 2113 h 3480"/>
                <a:gd name="T106" fmla="*/ 94 w 3480"/>
                <a:gd name="T107" fmla="*/ 2055 h 3480"/>
                <a:gd name="T108" fmla="*/ 3 w 3480"/>
                <a:gd name="T109" fmla="*/ 1551 h 3480"/>
                <a:gd name="T110" fmla="*/ 254 w 3480"/>
                <a:gd name="T111" fmla="*/ 1390 h 3480"/>
                <a:gd name="T112" fmla="*/ 428 w 3480"/>
                <a:gd name="T113" fmla="*/ 1197 h 3480"/>
                <a:gd name="T114" fmla="*/ 366 w 3480"/>
                <a:gd name="T115" fmla="*/ 832 h 3480"/>
                <a:gd name="T116" fmla="*/ 400 w 3480"/>
                <a:gd name="T117" fmla="*/ 620 h 3480"/>
                <a:gd name="T118" fmla="*/ 806 w 3480"/>
                <a:gd name="T119" fmla="*/ 355 h 3480"/>
                <a:gd name="T120" fmla="*/ 1117 w 3480"/>
                <a:gd name="T121" fmla="*/ 464 h 3480"/>
                <a:gd name="T122" fmla="*/ 1376 w 3480"/>
                <a:gd name="T123" fmla="*/ 354 h 3480"/>
                <a:gd name="T124" fmla="*/ 1521 w 3480"/>
                <a:gd name="T125" fmla="*/ 12 h 3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480" h="3480">
                  <a:moveTo>
                    <a:pt x="1584" y="162"/>
                  </a:moveTo>
                  <a:lnTo>
                    <a:pt x="1575" y="165"/>
                  </a:lnTo>
                  <a:lnTo>
                    <a:pt x="1568" y="171"/>
                  </a:lnTo>
                  <a:lnTo>
                    <a:pt x="1565" y="179"/>
                  </a:lnTo>
                  <a:lnTo>
                    <a:pt x="1550" y="277"/>
                  </a:lnTo>
                  <a:lnTo>
                    <a:pt x="1538" y="375"/>
                  </a:lnTo>
                  <a:lnTo>
                    <a:pt x="1530" y="406"/>
                  </a:lnTo>
                  <a:lnTo>
                    <a:pt x="1520" y="434"/>
                  </a:lnTo>
                  <a:lnTo>
                    <a:pt x="1504" y="461"/>
                  </a:lnTo>
                  <a:lnTo>
                    <a:pt x="1484" y="483"/>
                  </a:lnTo>
                  <a:lnTo>
                    <a:pt x="1461" y="502"/>
                  </a:lnTo>
                  <a:lnTo>
                    <a:pt x="1434" y="518"/>
                  </a:lnTo>
                  <a:lnTo>
                    <a:pt x="1405" y="528"/>
                  </a:lnTo>
                  <a:lnTo>
                    <a:pt x="1331" y="552"/>
                  </a:lnTo>
                  <a:lnTo>
                    <a:pt x="1259" y="579"/>
                  </a:lnTo>
                  <a:lnTo>
                    <a:pt x="1188" y="611"/>
                  </a:lnTo>
                  <a:lnTo>
                    <a:pt x="1120" y="646"/>
                  </a:lnTo>
                  <a:lnTo>
                    <a:pt x="1091" y="659"/>
                  </a:lnTo>
                  <a:lnTo>
                    <a:pt x="1063" y="668"/>
                  </a:lnTo>
                  <a:lnTo>
                    <a:pt x="1032" y="670"/>
                  </a:lnTo>
                  <a:lnTo>
                    <a:pt x="1003" y="668"/>
                  </a:lnTo>
                  <a:lnTo>
                    <a:pt x="973" y="661"/>
                  </a:lnTo>
                  <a:lnTo>
                    <a:pt x="945" y="649"/>
                  </a:lnTo>
                  <a:lnTo>
                    <a:pt x="919" y="632"/>
                  </a:lnTo>
                  <a:lnTo>
                    <a:pt x="839" y="572"/>
                  </a:lnTo>
                  <a:lnTo>
                    <a:pt x="760" y="513"/>
                  </a:lnTo>
                  <a:lnTo>
                    <a:pt x="752" y="509"/>
                  </a:lnTo>
                  <a:lnTo>
                    <a:pt x="742" y="509"/>
                  </a:lnTo>
                  <a:lnTo>
                    <a:pt x="735" y="515"/>
                  </a:lnTo>
                  <a:lnTo>
                    <a:pt x="515" y="735"/>
                  </a:lnTo>
                  <a:lnTo>
                    <a:pt x="509" y="742"/>
                  </a:lnTo>
                  <a:lnTo>
                    <a:pt x="509" y="752"/>
                  </a:lnTo>
                  <a:lnTo>
                    <a:pt x="513" y="760"/>
                  </a:lnTo>
                  <a:lnTo>
                    <a:pt x="572" y="839"/>
                  </a:lnTo>
                  <a:lnTo>
                    <a:pt x="632" y="919"/>
                  </a:lnTo>
                  <a:lnTo>
                    <a:pt x="649" y="945"/>
                  </a:lnTo>
                  <a:lnTo>
                    <a:pt x="661" y="973"/>
                  </a:lnTo>
                  <a:lnTo>
                    <a:pt x="668" y="1003"/>
                  </a:lnTo>
                  <a:lnTo>
                    <a:pt x="670" y="1032"/>
                  </a:lnTo>
                  <a:lnTo>
                    <a:pt x="668" y="1063"/>
                  </a:lnTo>
                  <a:lnTo>
                    <a:pt x="659" y="1091"/>
                  </a:lnTo>
                  <a:lnTo>
                    <a:pt x="646" y="1120"/>
                  </a:lnTo>
                  <a:lnTo>
                    <a:pt x="611" y="1188"/>
                  </a:lnTo>
                  <a:lnTo>
                    <a:pt x="579" y="1259"/>
                  </a:lnTo>
                  <a:lnTo>
                    <a:pt x="552" y="1331"/>
                  </a:lnTo>
                  <a:lnTo>
                    <a:pt x="528" y="1405"/>
                  </a:lnTo>
                  <a:lnTo>
                    <a:pt x="518" y="1434"/>
                  </a:lnTo>
                  <a:lnTo>
                    <a:pt x="502" y="1461"/>
                  </a:lnTo>
                  <a:lnTo>
                    <a:pt x="483" y="1484"/>
                  </a:lnTo>
                  <a:lnTo>
                    <a:pt x="461" y="1504"/>
                  </a:lnTo>
                  <a:lnTo>
                    <a:pt x="434" y="1520"/>
                  </a:lnTo>
                  <a:lnTo>
                    <a:pt x="406" y="1530"/>
                  </a:lnTo>
                  <a:lnTo>
                    <a:pt x="375" y="1538"/>
                  </a:lnTo>
                  <a:lnTo>
                    <a:pt x="277" y="1550"/>
                  </a:lnTo>
                  <a:lnTo>
                    <a:pt x="179" y="1565"/>
                  </a:lnTo>
                  <a:lnTo>
                    <a:pt x="171" y="1568"/>
                  </a:lnTo>
                  <a:lnTo>
                    <a:pt x="165" y="1575"/>
                  </a:lnTo>
                  <a:lnTo>
                    <a:pt x="162" y="1585"/>
                  </a:lnTo>
                  <a:lnTo>
                    <a:pt x="162" y="1896"/>
                  </a:lnTo>
                  <a:lnTo>
                    <a:pt x="165" y="1905"/>
                  </a:lnTo>
                  <a:lnTo>
                    <a:pt x="171" y="1912"/>
                  </a:lnTo>
                  <a:lnTo>
                    <a:pt x="179" y="1915"/>
                  </a:lnTo>
                  <a:lnTo>
                    <a:pt x="277" y="1930"/>
                  </a:lnTo>
                  <a:lnTo>
                    <a:pt x="375" y="1942"/>
                  </a:lnTo>
                  <a:lnTo>
                    <a:pt x="406" y="1950"/>
                  </a:lnTo>
                  <a:lnTo>
                    <a:pt x="434" y="1960"/>
                  </a:lnTo>
                  <a:lnTo>
                    <a:pt x="461" y="1976"/>
                  </a:lnTo>
                  <a:lnTo>
                    <a:pt x="483" y="1996"/>
                  </a:lnTo>
                  <a:lnTo>
                    <a:pt x="502" y="2019"/>
                  </a:lnTo>
                  <a:lnTo>
                    <a:pt x="518" y="2046"/>
                  </a:lnTo>
                  <a:lnTo>
                    <a:pt x="528" y="2075"/>
                  </a:lnTo>
                  <a:lnTo>
                    <a:pt x="552" y="2149"/>
                  </a:lnTo>
                  <a:lnTo>
                    <a:pt x="579" y="2221"/>
                  </a:lnTo>
                  <a:lnTo>
                    <a:pt x="611" y="2292"/>
                  </a:lnTo>
                  <a:lnTo>
                    <a:pt x="646" y="2360"/>
                  </a:lnTo>
                  <a:lnTo>
                    <a:pt x="659" y="2389"/>
                  </a:lnTo>
                  <a:lnTo>
                    <a:pt x="668" y="2417"/>
                  </a:lnTo>
                  <a:lnTo>
                    <a:pt x="670" y="2448"/>
                  </a:lnTo>
                  <a:lnTo>
                    <a:pt x="668" y="2477"/>
                  </a:lnTo>
                  <a:lnTo>
                    <a:pt x="661" y="2507"/>
                  </a:lnTo>
                  <a:lnTo>
                    <a:pt x="649" y="2535"/>
                  </a:lnTo>
                  <a:lnTo>
                    <a:pt x="632" y="2561"/>
                  </a:lnTo>
                  <a:lnTo>
                    <a:pt x="572" y="2641"/>
                  </a:lnTo>
                  <a:lnTo>
                    <a:pt x="513" y="2720"/>
                  </a:lnTo>
                  <a:lnTo>
                    <a:pt x="509" y="2728"/>
                  </a:lnTo>
                  <a:lnTo>
                    <a:pt x="509" y="2738"/>
                  </a:lnTo>
                  <a:lnTo>
                    <a:pt x="515" y="2745"/>
                  </a:lnTo>
                  <a:lnTo>
                    <a:pt x="735" y="2965"/>
                  </a:lnTo>
                  <a:lnTo>
                    <a:pt x="742" y="2971"/>
                  </a:lnTo>
                  <a:lnTo>
                    <a:pt x="752" y="2972"/>
                  </a:lnTo>
                  <a:lnTo>
                    <a:pt x="760" y="2967"/>
                  </a:lnTo>
                  <a:lnTo>
                    <a:pt x="839" y="2908"/>
                  </a:lnTo>
                  <a:lnTo>
                    <a:pt x="919" y="2848"/>
                  </a:lnTo>
                  <a:lnTo>
                    <a:pt x="945" y="2831"/>
                  </a:lnTo>
                  <a:lnTo>
                    <a:pt x="972" y="2820"/>
                  </a:lnTo>
                  <a:lnTo>
                    <a:pt x="1001" y="2812"/>
                  </a:lnTo>
                  <a:lnTo>
                    <a:pt x="1030" y="2810"/>
                  </a:lnTo>
                  <a:lnTo>
                    <a:pt x="1061" y="2812"/>
                  </a:lnTo>
                  <a:lnTo>
                    <a:pt x="1091" y="2821"/>
                  </a:lnTo>
                  <a:lnTo>
                    <a:pt x="1120" y="2834"/>
                  </a:lnTo>
                  <a:lnTo>
                    <a:pt x="1188" y="2869"/>
                  </a:lnTo>
                  <a:lnTo>
                    <a:pt x="1259" y="2901"/>
                  </a:lnTo>
                  <a:lnTo>
                    <a:pt x="1331" y="2928"/>
                  </a:lnTo>
                  <a:lnTo>
                    <a:pt x="1405" y="2952"/>
                  </a:lnTo>
                  <a:lnTo>
                    <a:pt x="1434" y="2962"/>
                  </a:lnTo>
                  <a:lnTo>
                    <a:pt x="1461" y="2978"/>
                  </a:lnTo>
                  <a:lnTo>
                    <a:pt x="1484" y="2997"/>
                  </a:lnTo>
                  <a:lnTo>
                    <a:pt x="1504" y="3019"/>
                  </a:lnTo>
                  <a:lnTo>
                    <a:pt x="1520" y="3046"/>
                  </a:lnTo>
                  <a:lnTo>
                    <a:pt x="1530" y="3074"/>
                  </a:lnTo>
                  <a:lnTo>
                    <a:pt x="1538" y="3105"/>
                  </a:lnTo>
                  <a:lnTo>
                    <a:pt x="1550" y="3204"/>
                  </a:lnTo>
                  <a:lnTo>
                    <a:pt x="1565" y="3301"/>
                  </a:lnTo>
                  <a:lnTo>
                    <a:pt x="1568" y="3309"/>
                  </a:lnTo>
                  <a:lnTo>
                    <a:pt x="1575" y="3315"/>
                  </a:lnTo>
                  <a:lnTo>
                    <a:pt x="1584" y="3318"/>
                  </a:lnTo>
                  <a:lnTo>
                    <a:pt x="1896" y="3318"/>
                  </a:lnTo>
                  <a:lnTo>
                    <a:pt x="1905" y="3315"/>
                  </a:lnTo>
                  <a:lnTo>
                    <a:pt x="1912" y="3309"/>
                  </a:lnTo>
                  <a:lnTo>
                    <a:pt x="1915" y="3301"/>
                  </a:lnTo>
                  <a:lnTo>
                    <a:pt x="1930" y="3203"/>
                  </a:lnTo>
                  <a:lnTo>
                    <a:pt x="1942" y="3105"/>
                  </a:lnTo>
                  <a:lnTo>
                    <a:pt x="1950" y="3074"/>
                  </a:lnTo>
                  <a:lnTo>
                    <a:pt x="1960" y="3046"/>
                  </a:lnTo>
                  <a:lnTo>
                    <a:pt x="1976" y="3019"/>
                  </a:lnTo>
                  <a:lnTo>
                    <a:pt x="1996" y="2997"/>
                  </a:lnTo>
                  <a:lnTo>
                    <a:pt x="2019" y="2978"/>
                  </a:lnTo>
                  <a:lnTo>
                    <a:pt x="2046" y="2962"/>
                  </a:lnTo>
                  <a:lnTo>
                    <a:pt x="2075" y="2952"/>
                  </a:lnTo>
                  <a:lnTo>
                    <a:pt x="2149" y="2928"/>
                  </a:lnTo>
                  <a:lnTo>
                    <a:pt x="2221" y="2901"/>
                  </a:lnTo>
                  <a:lnTo>
                    <a:pt x="2292" y="2869"/>
                  </a:lnTo>
                  <a:lnTo>
                    <a:pt x="2360" y="2834"/>
                  </a:lnTo>
                  <a:lnTo>
                    <a:pt x="2389" y="2821"/>
                  </a:lnTo>
                  <a:lnTo>
                    <a:pt x="2417" y="2812"/>
                  </a:lnTo>
                  <a:lnTo>
                    <a:pt x="2448" y="2810"/>
                  </a:lnTo>
                  <a:lnTo>
                    <a:pt x="2477" y="2812"/>
                  </a:lnTo>
                  <a:lnTo>
                    <a:pt x="2507" y="2819"/>
                  </a:lnTo>
                  <a:lnTo>
                    <a:pt x="2535" y="2831"/>
                  </a:lnTo>
                  <a:lnTo>
                    <a:pt x="2561" y="2848"/>
                  </a:lnTo>
                  <a:lnTo>
                    <a:pt x="2641" y="2908"/>
                  </a:lnTo>
                  <a:lnTo>
                    <a:pt x="2720" y="2967"/>
                  </a:lnTo>
                  <a:lnTo>
                    <a:pt x="2728" y="2972"/>
                  </a:lnTo>
                  <a:lnTo>
                    <a:pt x="2738" y="2971"/>
                  </a:lnTo>
                  <a:lnTo>
                    <a:pt x="2745" y="2965"/>
                  </a:lnTo>
                  <a:lnTo>
                    <a:pt x="2965" y="2745"/>
                  </a:lnTo>
                  <a:lnTo>
                    <a:pt x="2971" y="2738"/>
                  </a:lnTo>
                  <a:lnTo>
                    <a:pt x="2971" y="2728"/>
                  </a:lnTo>
                  <a:lnTo>
                    <a:pt x="2967" y="2720"/>
                  </a:lnTo>
                  <a:lnTo>
                    <a:pt x="2908" y="2641"/>
                  </a:lnTo>
                  <a:lnTo>
                    <a:pt x="2848" y="2561"/>
                  </a:lnTo>
                  <a:lnTo>
                    <a:pt x="2831" y="2535"/>
                  </a:lnTo>
                  <a:lnTo>
                    <a:pt x="2819" y="2507"/>
                  </a:lnTo>
                  <a:lnTo>
                    <a:pt x="2812" y="2477"/>
                  </a:lnTo>
                  <a:lnTo>
                    <a:pt x="2810" y="2448"/>
                  </a:lnTo>
                  <a:lnTo>
                    <a:pt x="2812" y="2417"/>
                  </a:lnTo>
                  <a:lnTo>
                    <a:pt x="2821" y="2389"/>
                  </a:lnTo>
                  <a:lnTo>
                    <a:pt x="2834" y="2360"/>
                  </a:lnTo>
                  <a:lnTo>
                    <a:pt x="2869" y="2292"/>
                  </a:lnTo>
                  <a:lnTo>
                    <a:pt x="2901" y="2221"/>
                  </a:lnTo>
                  <a:lnTo>
                    <a:pt x="2928" y="2149"/>
                  </a:lnTo>
                  <a:lnTo>
                    <a:pt x="2952" y="2075"/>
                  </a:lnTo>
                  <a:lnTo>
                    <a:pt x="2962" y="2046"/>
                  </a:lnTo>
                  <a:lnTo>
                    <a:pt x="2978" y="2019"/>
                  </a:lnTo>
                  <a:lnTo>
                    <a:pt x="2997" y="1996"/>
                  </a:lnTo>
                  <a:lnTo>
                    <a:pt x="3019" y="1976"/>
                  </a:lnTo>
                  <a:lnTo>
                    <a:pt x="3046" y="1960"/>
                  </a:lnTo>
                  <a:lnTo>
                    <a:pt x="3074" y="1950"/>
                  </a:lnTo>
                  <a:lnTo>
                    <a:pt x="3105" y="1942"/>
                  </a:lnTo>
                  <a:lnTo>
                    <a:pt x="3203" y="1930"/>
                  </a:lnTo>
                  <a:lnTo>
                    <a:pt x="3301" y="1915"/>
                  </a:lnTo>
                  <a:lnTo>
                    <a:pt x="3309" y="1912"/>
                  </a:lnTo>
                  <a:lnTo>
                    <a:pt x="3315" y="1905"/>
                  </a:lnTo>
                  <a:lnTo>
                    <a:pt x="3318" y="1896"/>
                  </a:lnTo>
                  <a:lnTo>
                    <a:pt x="3318" y="1584"/>
                  </a:lnTo>
                  <a:lnTo>
                    <a:pt x="3315" y="1575"/>
                  </a:lnTo>
                  <a:lnTo>
                    <a:pt x="3309" y="1568"/>
                  </a:lnTo>
                  <a:lnTo>
                    <a:pt x="3301" y="1565"/>
                  </a:lnTo>
                  <a:lnTo>
                    <a:pt x="3203" y="1550"/>
                  </a:lnTo>
                  <a:lnTo>
                    <a:pt x="3105" y="1538"/>
                  </a:lnTo>
                  <a:lnTo>
                    <a:pt x="3074" y="1530"/>
                  </a:lnTo>
                  <a:lnTo>
                    <a:pt x="3046" y="1520"/>
                  </a:lnTo>
                  <a:lnTo>
                    <a:pt x="3019" y="1504"/>
                  </a:lnTo>
                  <a:lnTo>
                    <a:pt x="2997" y="1484"/>
                  </a:lnTo>
                  <a:lnTo>
                    <a:pt x="2978" y="1461"/>
                  </a:lnTo>
                  <a:lnTo>
                    <a:pt x="2962" y="1434"/>
                  </a:lnTo>
                  <a:lnTo>
                    <a:pt x="2952" y="1405"/>
                  </a:lnTo>
                  <a:lnTo>
                    <a:pt x="2928" y="1331"/>
                  </a:lnTo>
                  <a:lnTo>
                    <a:pt x="2901" y="1259"/>
                  </a:lnTo>
                  <a:lnTo>
                    <a:pt x="2869" y="1188"/>
                  </a:lnTo>
                  <a:lnTo>
                    <a:pt x="2834" y="1120"/>
                  </a:lnTo>
                  <a:lnTo>
                    <a:pt x="2821" y="1091"/>
                  </a:lnTo>
                  <a:lnTo>
                    <a:pt x="2812" y="1063"/>
                  </a:lnTo>
                  <a:lnTo>
                    <a:pt x="2810" y="1032"/>
                  </a:lnTo>
                  <a:lnTo>
                    <a:pt x="2812" y="1003"/>
                  </a:lnTo>
                  <a:lnTo>
                    <a:pt x="2819" y="973"/>
                  </a:lnTo>
                  <a:lnTo>
                    <a:pt x="2831" y="945"/>
                  </a:lnTo>
                  <a:lnTo>
                    <a:pt x="2848" y="919"/>
                  </a:lnTo>
                  <a:lnTo>
                    <a:pt x="2908" y="839"/>
                  </a:lnTo>
                  <a:lnTo>
                    <a:pt x="2967" y="760"/>
                  </a:lnTo>
                  <a:lnTo>
                    <a:pt x="2971" y="752"/>
                  </a:lnTo>
                  <a:lnTo>
                    <a:pt x="2971" y="742"/>
                  </a:lnTo>
                  <a:lnTo>
                    <a:pt x="2965" y="735"/>
                  </a:lnTo>
                  <a:lnTo>
                    <a:pt x="2745" y="515"/>
                  </a:lnTo>
                  <a:lnTo>
                    <a:pt x="2738" y="509"/>
                  </a:lnTo>
                  <a:lnTo>
                    <a:pt x="2728" y="509"/>
                  </a:lnTo>
                  <a:lnTo>
                    <a:pt x="2720" y="513"/>
                  </a:lnTo>
                  <a:lnTo>
                    <a:pt x="2641" y="572"/>
                  </a:lnTo>
                  <a:lnTo>
                    <a:pt x="2561" y="632"/>
                  </a:lnTo>
                  <a:lnTo>
                    <a:pt x="2535" y="649"/>
                  </a:lnTo>
                  <a:lnTo>
                    <a:pt x="2507" y="661"/>
                  </a:lnTo>
                  <a:lnTo>
                    <a:pt x="2477" y="668"/>
                  </a:lnTo>
                  <a:lnTo>
                    <a:pt x="2448" y="670"/>
                  </a:lnTo>
                  <a:lnTo>
                    <a:pt x="2417" y="668"/>
                  </a:lnTo>
                  <a:lnTo>
                    <a:pt x="2389" y="659"/>
                  </a:lnTo>
                  <a:lnTo>
                    <a:pt x="2360" y="646"/>
                  </a:lnTo>
                  <a:lnTo>
                    <a:pt x="2292" y="611"/>
                  </a:lnTo>
                  <a:lnTo>
                    <a:pt x="2221" y="579"/>
                  </a:lnTo>
                  <a:lnTo>
                    <a:pt x="2149" y="552"/>
                  </a:lnTo>
                  <a:lnTo>
                    <a:pt x="2075" y="528"/>
                  </a:lnTo>
                  <a:lnTo>
                    <a:pt x="2046" y="518"/>
                  </a:lnTo>
                  <a:lnTo>
                    <a:pt x="2019" y="502"/>
                  </a:lnTo>
                  <a:lnTo>
                    <a:pt x="1996" y="483"/>
                  </a:lnTo>
                  <a:lnTo>
                    <a:pt x="1976" y="461"/>
                  </a:lnTo>
                  <a:lnTo>
                    <a:pt x="1960" y="434"/>
                  </a:lnTo>
                  <a:lnTo>
                    <a:pt x="1950" y="406"/>
                  </a:lnTo>
                  <a:lnTo>
                    <a:pt x="1942" y="375"/>
                  </a:lnTo>
                  <a:lnTo>
                    <a:pt x="1930" y="277"/>
                  </a:lnTo>
                  <a:lnTo>
                    <a:pt x="1915" y="179"/>
                  </a:lnTo>
                  <a:lnTo>
                    <a:pt x="1912" y="171"/>
                  </a:lnTo>
                  <a:lnTo>
                    <a:pt x="1905" y="165"/>
                  </a:lnTo>
                  <a:lnTo>
                    <a:pt x="1896" y="162"/>
                  </a:lnTo>
                  <a:lnTo>
                    <a:pt x="1584" y="162"/>
                  </a:lnTo>
                  <a:close/>
                  <a:moveTo>
                    <a:pt x="1584" y="0"/>
                  </a:moveTo>
                  <a:lnTo>
                    <a:pt x="1896" y="0"/>
                  </a:lnTo>
                  <a:lnTo>
                    <a:pt x="1929" y="3"/>
                  </a:lnTo>
                  <a:lnTo>
                    <a:pt x="1959" y="12"/>
                  </a:lnTo>
                  <a:lnTo>
                    <a:pt x="1989" y="25"/>
                  </a:lnTo>
                  <a:lnTo>
                    <a:pt x="2014" y="44"/>
                  </a:lnTo>
                  <a:lnTo>
                    <a:pt x="2036" y="67"/>
                  </a:lnTo>
                  <a:lnTo>
                    <a:pt x="2055" y="94"/>
                  </a:lnTo>
                  <a:lnTo>
                    <a:pt x="2068" y="123"/>
                  </a:lnTo>
                  <a:lnTo>
                    <a:pt x="2076" y="155"/>
                  </a:lnTo>
                  <a:lnTo>
                    <a:pt x="2090" y="254"/>
                  </a:lnTo>
                  <a:lnTo>
                    <a:pt x="2104" y="354"/>
                  </a:lnTo>
                  <a:lnTo>
                    <a:pt x="2105" y="360"/>
                  </a:lnTo>
                  <a:lnTo>
                    <a:pt x="2107" y="364"/>
                  </a:lnTo>
                  <a:lnTo>
                    <a:pt x="2110" y="367"/>
                  </a:lnTo>
                  <a:lnTo>
                    <a:pt x="2113" y="370"/>
                  </a:lnTo>
                  <a:lnTo>
                    <a:pt x="2118" y="371"/>
                  </a:lnTo>
                  <a:lnTo>
                    <a:pt x="2202" y="398"/>
                  </a:lnTo>
                  <a:lnTo>
                    <a:pt x="2283" y="428"/>
                  </a:lnTo>
                  <a:lnTo>
                    <a:pt x="2363" y="464"/>
                  </a:lnTo>
                  <a:lnTo>
                    <a:pt x="2440" y="505"/>
                  </a:lnTo>
                  <a:lnTo>
                    <a:pt x="2448" y="507"/>
                  </a:lnTo>
                  <a:lnTo>
                    <a:pt x="2455" y="507"/>
                  </a:lnTo>
                  <a:lnTo>
                    <a:pt x="2462" y="503"/>
                  </a:lnTo>
                  <a:lnTo>
                    <a:pt x="2543" y="442"/>
                  </a:lnTo>
                  <a:lnTo>
                    <a:pt x="2623" y="382"/>
                  </a:lnTo>
                  <a:lnTo>
                    <a:pt x="2648" y="366"/>
                  </a:lnTo>
                  <a:lnTo>
                    <a:pt x="2674" y="355"/>
                  </a:lnTo>
                  <a:lnTo>
                    <a:pt x="2703" y="349"/>
                  </a:lnTo>
                  <a:lnTo>
                    <a:pt x="2730" y="347"/>
                  </a:lnTo>
                  <a:lnTo>
                    <a:pt x="2759" y="349"/>
                  </a:lnTo>
                  <a:lnTo>
                    <a:pt x="2787" y="355"/>
                  </a:lnTo>
                  <a:lnTo>
                    <a:pt x="2814" y="366"/>
                  </a:lnTo>
                  <a:lnTo>
                    <a:pt x="2838" y="381"/>
                  </a:lnTo>
                  <a:lnTo>
                    <a:pt x="2860" y="400"/>
                  </a:lnTo>
                  <a:lnTo>
                    <a:pt x="3080" y="620"/>
                  </a:lnTo>
                  <a:lnTo>
                    <a:pt x="3099" y="642"/>
                  </a:lnTo>
                  <a:lnTo>
                    <a:pt x="3114" y="666"/>
                  </a:lnTo>
                  <a:lnTo>
                    <a:pt x="3125" y="693"/>
                  </a:lnTo>
                  <a:lnTo>
                    <a:pt x="3131" y="721"/>
                  </a:lnTo>
                  <a:lnTo>
                    <a:pt x="3133" y="750"/>
                  </a:lnTo>
                  <a:lnTo>
                    <a:pt x="3131" y="777"/>
                  </a:lnTo>
                  <a:lnTo>
                    <a:pt x="3125" y="806"/>
                  </a:lnTo>
                  <a:lnTo>
                    <a:pt x="3114" y="832"/>
                  </a:lnTo>
                  <a:lnTo>
                    <a:pt x="3098" y="857"/>
                  </a:lnTo>
                  <a:lnTo>
                    <a:pt x="3038" y="937"/>
                  </a:lnTo>
                  <a:lnTo>
                    <a:pt x="2977" y="1018"/>
                  </a:lnTo>
                  <a:lnTo>
                    <a:pt x="2973" y="1025"/>
                  </a:lnTo>
                  <a:lnTo>
                    <a:pt x="2973" y="1032"/>
                  </a:lnTo>
                  <a:lnTo>
                    <a:pt x="2975" y="1040"/>
                  </a:lnTo>
                  <a:lnTo>
                    <a:pt x="3016" y="1117"/>
                  </a:lnTo>
                  <a:lnTo>
                    <a:pt x="3052" y="1197"/>
                  </a:lnTo>
                  <a:lnTo>
                    <a:pt x="3082" y="1278"/>
                  </a:lnTo>
                  <a:lnTo>
                    <a:pt x="3109" y="1362"/>
                  </a:lnTo>
                  <a:lnTo>
                    <a:pt x="3110" y="1367"/>
                  </a:lnTo>
                  <a:lnTo>
                    <a:pt x="3113" y="1370"/>
                  </a:lnTo>
                  <a:lnTo>
                    <a:pt x="3116" y="1373"/>
                  </a:lnTo>
                  <a:lnTo>
                    <a:pt x="3120" y="1375"/>
                  </a:lnTo>
                  <a:lnTo>
                    <a:pt x="3126" y="1376"/>
                  </a:lnTo>
                  <a:lnTo>
                    <a:pt x="3226" y="1390"/>
                  </a:lnTo>
                  <a:lnTo>
                    <a:pt x="3325" y="1404"/>
                  </a:lnTo>
                  <a:lnTo>
                    <a:pt x="3357" y="1412"/>
                  </a:lnTo>
                  <a:lnTo>
                    <a:pt x="3386" y="1425"/>
                  </a:lnTo>
                  <a:lnTo>
                    <a:pt x="3413" y="1444"/>
                  </a:lnTo>
                  <a:lnTo>
                    <a:pt x="3436" y="1466"/>
                  </a:lnTo>
                  <a:lnTo>
                    <a:pt x="3455" y="1491"/>
                  </a:lnTo>
                  <a:lnTo>
                    <a:pt x="3468" y="1521"/>
                  </a:lnTo>
                  <a:lnTo>
                    <a:pt x="3477" y="1551"/>
                  </a:lnTo>
                  <a:lnTo>
                    <a:pt x="3480" y="1584"/>
                  </a:lnTo>
                  <a:lnTo>
                    <a:pt x="3480" y="1896"/>
                  </a:lnTo>
                  <a:lnTo>
                    <a:pt x="3477" y="1929"/>
                  </a:lnTo>
                  <a:lnTo>
                    <a:pt x="3468" y="1959"/>
                  </a:lnTo>
                  <a:lnTo>
                    <a:pt x="3455" y="1989"/>
                  </a:lnTo>
                  <a:lnTo>
                    <a:pt x="3436" y="2014"/>
                  </a:lnTo>
                  <a:lnTo>
                    <a:pt x="3413" y="2036"/>
                  </a:lnTo>
                  <a:lnTo>
                    <a:pt x="3386" y="2055"/>
                  </a:lnTo>
                  <a:lnTo>
                    <a:pt x="3357" y="2068"/>
                  </a:lnTo>
                  <a:lnTo>
                    <a:pt x="3325" y="2076"/>
                  </a:lnTo>
                  <a:lnTo>
                    <a:pt x="3226" y="2090"/>
                  </a:lnTo>
                  <a:lnTo>
                    <a:pt x="3126" y="2104"/>
                  </a:lnTo>
                  <a:lnTo>
                    <a:pt x="3120" y="2105"/>
                  </a:lnTo>
                  <a:lnTo>
                    <a:pt x="3116" y="2107"/>
                  </a:lnTo>
                  <a:lnTo>
                    <a:pt x="3113" y="2110"/>
                  </a:lnTo>
                  <a:lnTo>
                    <a:pt x="3110" y="2113"/>
                  </a:lnTo>
                  <a:lnTo>
                    <a:pt x="3109" y="2118"/>
                  </a:lnTo>
                  <a:lnTo>
                    <a:pt x="3082" y="2202"/>
                  </a:lnTo>
                  <a:lnTo>
                    <a:pt x="3052" y="2283"/>
                  </a:lnTo>
                  <a:lnTo>
                    <a:pt x="3016" y="2363"/>
                  </a:lnTo>
                  <a:lnTo>
                    <a:pt x="2975" y="2440"/>
                  </a:lnTo>
                  <a:lnTo>
                    <a:pt x="2973" y="2448"/>
                  </a:lnTo>
                  <a:lnTo>
                    <a:pt x="2973" y="2455"/>
                  </a:lnTo>
                  <a:lnTo>
                    <a:pt x="2977" y="2462"/>
                  </a:lnTo>
                  <a:lnTo>
                    <a:pt x="3038" y="2543"/>
                  </a:lnTo>
                  <a:lnTo>
                    <a:pt x="3098" y="2623"/>
                  </a:lnTo>
                  <a:lnTo>
                    <a:pt x="3114" y="2648"/>
                  </a:lnTo>
                  <a:lnTo>
                    <a:pt x="3125" y="2674"/>
                  </a:lnTo>
                  <a:lnTo>
                    <a:pt x="3131" y="2703"/>
                  </a:lnTo>
                  <a:lnTo>
                    <a:pt x="3133" y="2730"/>
                  </a:lnTo>
                  <a:lnTo>
                    <a:pt x="3131" y="2759"/>
                  </a:lnTo>
                  <a:lnTo>
                    <a:pt x="3125" y="2786"/>
                  </a:lnTo>
                  <a:lnTo>
                    <a:pt x="3114" y="2814"/>
                  </a:lnTo>
                  <a:lnTo>
                    <a:pt x="3099" y="2838"/>
                  </a:lnTo>
                  <a:lnTo>
                    <a:pt x="3080" y="2860"/>
                  </a:lnTo>
                  <a:lnTo>
                    <a:pt x="2860" y="3080"/>
                  </a:lnTo>
                  <a:lnTo>
                    <a:pt x="2838" y="3099"/>
                  </a:lnTo>
                  <a:lnTo>
                    <a:pt x="2814" y="3114"/>
                  </a:lnTo>
                  <a:lnTo>
                    <a:pt x="2786" y="3125"/>
                  </a:lnTo>
                  <a:lnTo>
                    <a:pt x="2759" y="3131"/>
                  </a:lnTo>
                  <a:lnTo>
                    <a:pt x="2730" y="3133"/>
                  </a:lnTo>
                  <a:lnTo>
                    <a:pt x="2703" y="3131"/>
                  </a:lnTo>
                  <a:lnTo>
                    <a:pt x="2674" y="3125"/>
                  </a:lnTo>
                  <a:lnTo>
                    <a:pt x="2648" y="3114"/>
                  </a:lnTo>
                  <a:lnTo>
                    <a:pt x="2623" y="3098"/>
                  </a:lnTo>
                  <a:lnTo>
                    <a:pt x="2543" y="3038"/>
                  </a:lnTo>
                  <a:lnTo>
                    <a:pt x="2462" y="2977"/>
                  </a:lnTo>
                  <a:lnTo>
                    <a:pt x="2455" y="2973"/>
                  </a:lnTo>
                  <a:lnTo>
                    <a:pt x="2448" y="2973"/>
                  </a:lnTo>
                  <a:lnTo>
                    <a:pt x="2440" y="2975"/>
                  </a:lnTo>
                  <a:lnTo>
                    <a:pt x="2363" y="3016"/>
                  </a:lnTo>
                  <a:lnTo>
                    <a:pt x="2283" y="3052"/>
                  </a:lnTo>
                  <a:lnTo>
                    <a:pt x="2202" y="3082"/>
                  </a:lnTo>
                  <a:lnTo>
                    <a:pt x="2118" y="3109"/>
                  </a:lnTo>
                  <a:lnTo>
                    <a:pt x="2113" y="3110"/>
                  </a:lnTo>
                  <a:lnTo>
                    <a:pt x="2110" y="3113"/>
                  </a:lnTo>
                  <a:lnTo>
                    <a:pt x="2107" y="3116"/>
                  </a:lnTo>
                  <a:lnTo>
                    <a:pt x="2105" y="3120"/>
                  </a:lnTo>
                  <a:lnTo>
                    <a:pt x="2104" y="3126"/>
                  </a:lnTo>
                  <a:lnTo>
                    <a:pt x="2090" y="3226"/>
                  </a:lnTo>
                  <a:lnTo>
                    <a:pt x="2076" y="3325"/>
                  </a:lnTo>
                  <a:lnTo>
                    <a:pt x="2068" y="3357"/>
                  </a:lnTo>
                  <a:lnTo>
                    <a:pt x="2055" y="3386"/>
                  </a:lnTo>
                  <a:lnTo>
                    <a:pt x="2036" y="3413"/>
                  </a:lnTo>
                  <a:lnTo>
                    <a:pt x="2014" y="3436"/>
                  </a:lnTo>
                  <a:lnTo>
                    <a:pt x="1989" y="3455"/>
                  </a:lnTo>
                  <a:lnTo>
                    <a:pt x="1959" y="3468"/>
                  </a:lnTo>
                  <a:lnTo>
                    <a:pt x="1929" y="3477"/>
                  </a:lnTo>
                  <a:lnTo>
                    <a:pt x="1896" y="3480"/>
                  </a:lnTo>
                  <a:lnTo>
                    <a:pt x="1584" y="3480"/>
                  </a:lnTo>
                  <a:lnTo>
                    <a:pt x="1551" y="3477"/>
                  </a:lnTo>
                  <a:lnTo>
                    <a:pt x="1521" y="3468"/>
                  </a:lnTo>
                  <a:lnTo>
                    <a:pt x="1491" y="3455"/>
                  </a:lnTo>
                  <a:lnTo>
                    <a:pt x="1466" y="3436"/>
                  </a:lnTo>
                  <a:lnTo>
                    <a:pt x="1444" y="3413"/>
                  </a:lnTo>
                  <a:lnTo>
                    <a:pt x="1425" y="3386"/>
                  </a:lnTo>
                  <a:lnTo>
                    <a:pt x="1412" y="3357"/>
                  </a:lnTo>
                  <a:lnTo>
                    <a:pt x="1404" y="3325"/>
                  </a:lnTo>
                  <a:lnTo>
                    <a:pt x="1390" y="3226"/>
                  </a:lnTo>
                  <a:lnTo>
                    <a:pt x="1376" y="3126"/>
                  </a:lnTo>
                  <a:lnTo>
                    <a:pt x="1375" y="3120"/>
                  </a:lnTo>
                  <a:lnTo>
                    <a:pt x="1373" y="3116"/>
                  </a:lnTo>
                  <a:lnTo>
                    <a:pt x="1370" y="3113"/>
                  </a:lnTo>
                  <a:lnTo>
                    <a:pt x="1367" y="3110"/>
                  </a:lnTo>
                  <a:lnTo>
                    <a:pt x="1362" y="3109"/>
                  </a:lnTo>
                  <a:lnTo>
                    <a:pt x="1278" y="3082"/>
                  </a:lnTo>
                  <a:lnTo>
                    <a:pt x="1197" y="3052"/>
                  </a:lnTo>
                  <a:lnTo>
                    <a:pt x="1117" y="3016"/>
                  </a:lnTo>
                  <a:lnTo>
                    <a:pt x="1040" y="2975"/>
                  </a:lnTo>
                  <a:lnTo>
                    <a:pt x="1032" y="2973"/>
                  </a:lnTo>
                  <a:lnTo>
                    <a:pt x="1025" y="2973"/>
                  </a:lnTo>
                  <a:lnTo>
                    <a:pt x="1018" y="2977"/>
                  </a:lnTo>
                  <a:lnTo>
                    <a:pt x="937" y="3038"/>
                  </a:lnTo>
                  <a:lnTo>
                    <a:pt x="857" y="3098"/>
                  </a:lnTo>
                  <a:lnTo>
                    <a:pt x="832" y="3114"/>
                  </a:lnTo>
                  <a:lnTo>
                    <a:pt x="806" y="3125"/>
                  </a:lnTo>
                  <a:lnTo>
                    <a:pt x="777" y="3131"/>
                  </a:lnTo>
                  <a:lnTo>
                    <a:pt x="750" y="3134"/>
                  </a:lnTo>
                  <a:lnTo>
                    <a:pt x="721" y="3131"/>
                  </a:lnTo>
                  <a:lnTo>
                    <a:pt x="693" y="3125"/>
                  </a:lnTo>
                  <a:lnTo>
                    <a:pt x="666" y="3114"/>
                  </a:lnTo>
                  <a:lnTo>
                    <a:pt x="642" y="3099"/>
                  </a:lnTo>
                  <a:lnTo>
                    <a:pt x="620" y="3080"/>
                  </a:lnTo>
                  <a:lnTo>
                    <a:pt x="400" y="2860"/>
                  </a:lnTo>
                  <a:lnTo>
                    <a:pt x="381" y="2838"/>
                  </a:lnTo>
                  <a:lnTo>
                    <a:pt x="366" y="2814"/>
                  </a:lnTo>
                  <a:lnTo>
                    <a:pt x="355" y="2787"/>
                  </a:lnTo>
                  <a:lnTo>
                    <a:pt x="349" y="2759"/>
                  </a:lnTo>
                  <a:lnTo>
                    <a:pt x="346" y="2730"/>
                  </a:lnTo>
                  <a:lnTo>
                    <a:pt x="349" y="2703"/>
                  </a:lnTo>
                  <a:lnTo>
                    <a:pt x="355" y="2674"/>
                  </a:lnTo>
                  <a:lnTo>
                    <a:pt x="366" y="2648"/>
                  </a:lnTo>
                  <a:lnTo>
                    <a:pt x="382" y="2623"/>
                  </a:lnTo>
                  <a:lnTo>
                    <a:pt x="442" y="2543"/>
                  </a:lnTo>
                  <a:lnTo>
                    <a:pt x="503" y="2462"/>
                  </a:lnTo>
                  <a:lnTo>
                    <a:pt x="507" y="2455"/>
                  </a:lnTo>
                  <a:lnTo>
                    <a:pt x="507" y="2448"/>
                  </a:lnTo>
                  <a:lnTo>
                    <a:pt x="505" y="2440"/>
                  </a:lnTo>
                  <a:lnTo>
                    <a:pt x="464" y="2363"/>
                  </a:lnTo>
                  <a:lnTo>
                    <a:pt x="428" y="2283"/>
                  </a:lnTo>
                  <a:lnTo>
                    <a:pt x="398" y="2202"/>
                  </a:lnTo>
                  <a:lnTo>
                    <a:pt x="371" y="2118"/>
                  </a:lnTo>
                  <a:lnTo>
                    <a:pt x="370" y="2113"/>
                  </a:lnTo>
                  <a:lnTo>
                    <a:pt x="367" y="2110"/>
                  </a:lnTo>
                  <a:lnTo>
                    <a:pt x="364" y="2107"/>
                  </a:lnTo>
                  <a:lnTo>
                    <a:pt x="360" y="2105"/>
                  </a:lnTo>
                  <a:lnTo>
                    <a:pt x="354" y="2104"/>
                  </a:lnTo>
                  <a:lnTo>
                    <a:pt x="254" y="2090"/>
                  </a:lnTo>
                  <a:lnTo>
                    <a:pt x="155" y="2076"/>
                  </a:lnTo>
                  <a:lnTo>
                    <a:pt x="123" y="2068"/>
                  </a:lnTo>
                  <a:lnTo>
                    <a:pt x="94" y="2055"/>
                  </a:lnTo>
                  <a:lnTo>
                    <a:pt x="67" y="2036"/>
                  </a:lnTo>
                  <a:lnTo>
                    <a:pt x="44" y="2014"/>
                  </a:lnTo>
                  <a:lnTo>
                    <a:pt x="25" y="1989"/>
                  </a:lnTo>
                  <a:lnTo>
                    <a:pt x="12" y="1959"/>
                  </a:lnTo>
                  <a:lnTo>
                    <a:pt x="3" y="1929"/>
                  </a:lnTo>
                  <a:lnTo>
                    <a:pt x="0" y="1896"/>
                  </a:lnTo>
                  <a:lnTo>
                    <a:pt x="0" y="1584"/>
                  </a:lnTo>
                  <a:lnTo>
                    <a:pt x="3" y="1551"/>
                  </a:lnTo>
                  <a:lnTo>
                    <a:pt x="12" y="1521"/>
                  </a:lnTo>
                  <a:lnTo>
                    <a:pt x="25" y="1491"/>
                  </a:lnTo>
                  <a:lnTo>
                    <a:pt x="44" y="1466"/>
                  </a:lnTo>
                  <a:lnTo>
                    <a:pt x="67" y="1444"/>
                  </a:lnTo>
                  <a:lnTo>
                    <a:pt x="94" y="1425"/>
                  </a:lnTo>
                  <a:lnTo>
                    <a:pt x="123" y="1412"/>
                  </a:lnTo>
                  <a:lnTo>
                    <a:pt x="155" y="1404"/>
                  </a:lnTo>
                  <a:lnTo>
                    <a:pt x="254" y="1390"/>
                  </a:lnTo>
                  <a:lnTo>
                    <a:pt x="354" y="1376"/>
                  </a:lnTo>
                  <a:lnTo>
                    <a:pt x="360" y="1375"/>
                  </a:lnTo>
                  <a:lnTo>
                    <a:pt x="364" y="1373"/>
                  </a:lnTo>
                  <a:lnTo>
                    <a:pt x="367" y="1370"/>
                  </a:lnTo>
                  <a:lnTo>
                    <a:pt x="370" y="1367"/>
                  </a:lnTo>
                  <a:lnTo>
                    <a:pt x="371" y="1362"/>
                  </a:lnTo>
                  <a:lnTo>
                    <a:pt x="398" y="1278"/>
                  </a:lnTo>
                  <a:lnTo>
                    <a:pt x="428" y="1197"/>
                  </a:lnTo>
                  <a:lnTo>
                    <a:pt x="464" y="1117"/>
                  </a:lnTo>
                  <a:lnTo>
                    <a:pt x="505" y="1040"/>
                  </a:lnTo>
                  <a:lnTo>
                    <a:pt x="507" y="1032"/>
                  </a:lnTo>
                  <a:lnTo>
                    <a:pt x="507" y="1025"/>
                  </a:lnTo>
                  <a:lnTo>
                    <a:pt x="503" y="1018"/>
                  </a:lnTo>
                  <a:lnTo>
                    <a:pt x="442" y="937"/>
                  </a:lnTo>
                  <a:lnTo>
                    <a:pt x="382" y="857"/>
                  </a:lnTo>
                  <a:lnTo>
                    <a:pt x="366" y="832"/>
                  </a:lnTo>
                  <a:lnTo>
                    <a:pt x="355" y="806"/>
                  </a:lnTo>
                  <a:lnTo>
                    <a:pt x="349" y="777"/>
                  </a:lnTo>
                  <a:lnTo>
                    <a:pt x="346" y="750"/>
                  </a:lnTo>
                  <a:lnTo>
                    <a:pt x="349" y="721"/>
                  </a:lnTo>
                  <a:lnTo>
                    <a:pt x="355" y="694"/>
                  </a:lnTo>
                  <a:lnTo>
                    <a:pt x="366" y="666"/>
                  </a:lnTo>
                  <a:lnTo>
                    <a:pt x="381" y="642"/>
                  </a:lnTo>
                  <a:lnTo>
                    <a:pt x="400" y="620"/>
                  </a:lnTo>
                  <a:lnTo>
                    <a:pt x="620" y="400"/>
                  </a:lnTo>
                  <a:lnTo>
                    <a:pt x="642" y="381"/>
                  </a:lnTo>
                  <a:lnTo>
                    <a:pt x="666" y="366"/>
                  </a:lnTo>
                  <a:lnTo>
                    <a:pt x="693" y="355"/>
                  </a:lnTo>
                  <a:lnTo>
                    <a:pt x="721" y="349"/>
                  </a:lnTo>
                  <a:lnTo>
                    <a:pt x="750" y="347"/>
                  </a:lnTo>
                  <a:lnTo>
                    <a:pt x="777" y="349"/>
                  </a:lnTo>
                  <a:lnTo>
                    <a:pt x="806" y="355"/>
                  </a:lnTo>
                  <a:lnTo>
                    <a:pt x="832" y="366"/>
                  </a:lnTo>
                  <a:lnTo>
                    <a:pt x="857" y="382"/>
                  </a:lnTo>
                  <a:lnTo>
                    <a:pt x="937" y="442"/>
                  </a:lnTo>
                  <a:lnTo>
                    <a:pt x="1018" y="503"/>
                  </a:lnTo>
                  <a:lnTo>
                    <a:pt x="1025" y="507"/>
                  </a:lnTo>
                  <a:lnTo>
                    <a:pt x="1032" y="507"/>
                  </a:lnTo>
                  <a:lnTo>
                    <a:pt x="1040" y="505"/>
                  </a:lnTo>
                  <a:lnTo>
                    <a:pt x="1117" y="464"/>
                  </a:lnTo>
                  <a:lnTo>
                    <a:pt x="1197" y="428"/>
                  </a:lnTo>
                  <a:lnTo>
                    <a:pt x="1278" y="398"/>
                  </a:lnTo>
                  <a:lnTo>
                    <a:pt x="1362" y="371"/>
                  </a:lnTo>
                  <a:lnTo>
                    <a:pt x="1367" y="370"/>
                  </a:lnTo>
                  <a:lnTo>
                    <a:pt x="1370" y="367"/>
                  </a:lnTo>
                  <a:lnTo>
                    <a:pt x="1373" y="364"/>
                  </a:lnTo>
                  <a:lnTo>
                    <a:pt x="1375" y="360"/>
                  </a:lnTo>
                  <a:lnTo>
                    <a:pt x="1376" y="354"/>
                  </a:lnTo>
                  <a:lnTo>
                    <a:pt x="1390" y="254"/>
                  </a:lnTo>
                  <a:lnTo>
                    <a:pt x="1404" y="155"/>
                  </a:lnTo>
                  <a:lnTo>
                    <a:pt x="1412" y="123"/>
                  </a:lnTo>
                  <a:lnTo>
                    <a:pt x="1425" y="94"/>
                  </a:lnTo>
                  <a:lnTo>
                    <a:pt x="1444" y="67"/>
                  </a:lnTo>
                  <a:lnTo>
                    <a:pt x="1466" y="44"/>
                  </a:lnTo>
                  <a:lnTo>
                    <a:pt x="1491" y="25"/>
                  </a:lnTo>
                  <a:lnTo>
                    <a:pt x="1521" y="12"/>
                  </a:lnTo>
                  <a:lnTo>
                    <a:pt x="1551" y="3"/>
                  </a:lnTo>
                  <a:lnTo>
                    <a:pt x="158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 sz="2400" noProof="0">
                <a:solidFill>
                  <a:srgbClr val="262626"/>
                </a:solidFill>
                <a:latin typeface="Roboto"/>
              </a:endParaRPr>
            </a:p>
          </p:txBody>
        </p:sp>
        <p:sp>
          <p:nvSpPr>
            <p:cNvPr id="29" name="Freeform 33"/>
            <p:cNvSpPr>
              <a:spLocks noEditPoints="1"/>
            </p:cNvSpPr>
            <p:nvPr/>
          </p:nvSpPr>
          <p:spPr bwMode="auto">
            <a:xfrm>
              <a:off x="-847725" y="2957513"/>
              <a:ext cx="600075" cy="600075"/>
            </a:xfrm>
            <a:custGeom>
              <a:avLst/>
              <a:gdLst>
                <a:gd name="T0" fmla="*/ 636 w 1510"/>
                <a:gd name="T1" fmla="*/ 174 h 1510"/>
                <a:gd name="T2" fmla="*/ 472 w 1510"/>
                <a:gd name="T3" fmla="*/ 234 h 1510"/>
                <a:gd name="T4" fmla="*/ 336 w 1510"/>
                <a:gd name="T5" fmla="*/ 336 h 1510"/>
                <a:gd name="T6" fmla="*/ 234 w 1510"/>
                <a:gd name="T7" fmla="*/ 472 h 1510"/>
                <a:gd name="T8" fmla="*/ 174 w 1510"/>
                <a:gd name="T9" fmla="*/ 636 h 1510"/>
                <a:gd name="T10" fmla="*/ 166 w 1510"/>
                <a:gd name="T11" fmla="*/ 815 h 1510"/>
                <a:gd name="T12" fmla="*/ 209 w 1510"/>
                <a:gd name="T13" fmla="*/ 986 h 1510"/>
                <a:gd name="T14" fmla="*/ 297 w 1510"/>
                <a:gd name="T15" fmla="*/ 1131 h 1510"/>
                <a:gd name="T16" fmla="*/ 424 w 1510"/>
                <a:gd name="T17" fmla="*/ 1246 h 1510"/>
                <a:gd name="T18" fmla="*/ 579 w 1510"/>
                <a:gd name="T19" fmla="*/ 1321 h 1510"/>
                <a:gd name="T20" fmla="*/ 755 w 1510"/>
                <a:gd name="T21" fmla="*/ 1348 h 1510"/>
                <a:gd name="T22" fmla="*/ 931 w 1510"/>
                <a:gd name="T23" fmla="*/ 1321 h 1510"/>
                <a:gd name="T24" fmla="*/ 1086 w 1510"/>
                <a:gd name="T25" fmla="*/ 1246 h 1510"/>
                <a:gd name="T26" fmla="*/ 1213 w 1510"/>
                <a:gd name="T27" fmla="*/ 1131 h 1510"/>
                <a:gd name="T28" fmla="*/ 1301 w 1510"/>
                <a:gd name="T29" fmla="*/ 986 h 1510"/>
                <a:gd name="T30" fmla="*/ 1344 w 1510"/>
                <a:gd name="T31" fmla="*/ 815 h 1510"/>
                <a:gd name="T32" fmla="*/ 1336 w 1510"/>
                <a:gd name="T33" fmla="*/ 636 h 1510"/>
                <a:gd name="T34" fmla="*/ 1276 w 1510"/>
                <a:gd name="T35" fmla="*/ 472 h 1510"/>
                <a:gd name="T36" fmla="*/ 1174 w 1510"/>
                <a:gd name="T37" fmla="*/ 336 h 1510"/>
                <a:gd name="T38" fmla="*/ 1038 w 1510"/>
                <a:gd name="T39" fmla="*/ 234 h 1510"/>
                <a:gd name="T40" fmla="*/ 874 w 1510"/>
                <a:gd name="T41" fmla="*/ 174 h 1510"/>
                <a:gd name="T42" fmla="*/ 755 w 1510"/>
                <a:gd name="T43" fmla="*/ 0 h 1510"/>
                <a:gd name="T44" fmla="*/ 955 w 1510"/>
                <a:gd name="T45" fmla="*/ 26 h 1510"/>
                <a:gd name="T46" fmla="*/ 1136 w 1510"/>
                <a:gd name="T47" fmla="*/ 103 h 1510"/>
                <a:gd name="T48" fmla="*/ 1289 w 1510"/>
                <a:gd name="T49" fmla="*/ 221 h 1510"/>
                <a:gd name="T50" fmla="*/ 1407 w 1510"/>
                <a:gd name="T51" fmla="*/ 374 h 1510"/>
                <a:gd name="T52" fmla="*/ 1484 w 1510"/>
                <a:gd name="T53" fmla="*/ 555 h 1510"/>
                <a:gd name="T54" fmla="*/ 1510 w 1510"/>
                <a:gd name="T55" fmla="*/ 755 h 1510"/>
                <a:gd name="T56" fmla="*/ 1484 w 1510"/>
                <a:gd name="T57" fmla="*/ 955 h 1510"/>
                <a:gd name="T58" fmla="*/ 1407 w 1510"/>
                <a:gd name="T59" fmla="*/ 1136 h 1510"/>
                <a:gd name="T60" fmla="*/ 1289 w 1510"/>
                <a:gd name="T61" fmla="*/ 1289 h 1510"/>
                <a:gd name="T62" fmla="*/ 1136 w 1510"/>
                <a:gd name="T63" fmla="*/ 1407 h 1510"/>
                <a:gd name="T64" fmla="*/ 955 w 1510"/>
                <a:gd name="T65" fmla="*/ 1484 h 1510"/>
                <a:gd name="T66" fmla="*/ 755 w 1510"/>
                <a:gd name="T67" fmla="*/ 1510 h 1510"/>
                <a:gd name="T68" fmla="*/ 555 w 1510"/>
                <a:gd name="T69" fmla="*/ 1484 h 1510"/>
                <a:gd name="T70" fmla="*/ 374 w 1510"/>
                <a:gd name="T71" fmla="*/ 1407 h 1510"/>
                <a:gd name="T72" fmla="*/ 221 w 1510"/>
                <a:gd name="T73" fmla="*/ 1289 h 1510"/>
                <a:gd name="T74" fmla="*/ 103 w 1510"/>
                <a:gd name="T75" fmla="*/ 1136 h 1510"/>
                <a:gd name="T76" fmla="*/ 26 w 1510"/>
                <a:gd name="T77" fmla="*/ 955 h 1510"/>
                <a:gd name="T78" fmla="*/ 0 w 1510"/>
                <a:gd name="T79" fmla="*/ 755 h 1510"/>
                <a:gd name="T80" fmla="*/ 26 w 1510"/>
                <a:gd name="T81" fmla="*/ 555 h 1510"/>
                <a:gd name="T82" fmla="*/ 103 w 1510"/>
                <a:gd name="T83" fmla="*/ 374 h 1510"/>
                <a:gd name="T84" fmla="*/ 221 w 1510"/>
                <a:gd name="T85" fmla="*/ 221 h 1510"/>
                <a:gd name="T86" fmla="*/ 374 w 1510"/>
                <a:gd name="T87" fmla="*/ 103 h 1510"/>
                <a:gd name="T88" fmla="*/ 555 w 1510"/>
                <a:gd name="T89" fmla="*/ 26 h 1510"/>
                <a:gd name="T90" fmla="*/ 755 w 1510"/>
                <a:gd name="T91" fmla="*/ 0 h 1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510" h="1510">
                  <a:moveTo>
                    <a:pt x="755" y="162"/>
                  </a:moveTo>
                  <a:lnTo>
                    <a:pt x="695" y="166"/>
                  </a:lnTo>
                  <a:lnTo>
                    <a:pt x="636" y="174"/>
                  </a:lnTo>
                  <a:lnTo>
                    <a:pt x="579" y="189"/>
                  </a:lnTo>
                  <a:lnTo>
                    <a:pt x="524" y="209"/>
                  </a:lnTo>
                  <a:lnTo>
                    <a:pt x="472" y="234"/>
                  </a:lnTo>
                  <a:lnTo>
                    <a:pt x="424" y="264"/>
                  </a:lnTo>
                  <a:lnTo>
                    <a:pt x="379" y="297"/>
                  </a:lnTo>
                  <a:lnTo>
                    <a:pt x="336" y="336"/>
                  </a:lnTo>
                  <a:lnTo>
                    <a:pt x="297" y="379"/>
                  </a:lnTo>
                  <a:lnTo>
                    <a:pt x="264" y="424"/>
                  </a:lnTo>
                  <a:lnTo>
                    <a:pt x="234" y="472"/>
                  </a:lnTo>
                  <a:lnTo>
                    <a:pt x="209" y="524"/>
                  </a:lnTo>
                  <a:lnTo>
                    <a:pt x="189" y="579"/>
                  </a:lnTo>
                  <a:lnTo>
                    <a:pt x="174" y="636"/>
                  </a:lnTo>
                  <a:lnTo>
                    <a:pt x="166" y="695"/>
                  </a:lnTo>
                  <a:lnTo>
                    <a:pt x="162" y="755"/>
                  </a:lnTo>
                  <a:lnTo>
                    <a:pt x="166" y="815"/>
                  </a:lnTo>
                  <a:lnTo>
                    <a:pt x="174" y="874"/>
                  </a:lnTo>
                  <a:lnTo>
                    <a:pt x="189" y="931"/>
                  </a:lnTo>
                  <a:lnTo>
                    <a:pt x="209" y="986"/>
                  </a:lnTo>
                  <a:lnTo>
                    <a:pt x="234" y="1038"/>
                  </a:lnTo>
                  <a:lnTo>
                    <a:pt x="264" y="1086"/>
                  </a:lnTo>
                  <a:lnTo>
                    <a:pt x="297" y="1131"/>
                  </a:lnTo>
                  <a:lnTo>
                    <a:pt x="336" y="1174"/>
                  </a:lnTo>
                  <a:lnTo>
                    <a:pt x="379" y="1213"/>
                  </a:lnTo>
                  <a:lnTo>
                    <a:pt x="424" y="1246"/>
                  </a:lnTo>
                  <a:lnTo>
                    <a:pt x="472" y="1276"/>
                  </a:lnTo>
                  <a:lnTo>
                    <a:pt x="524" y="1301"/>
                  </a:lnTo>
                  <a:lnTo>
                    <a:pt x="579" y="1321"/>
                  </a:lnTo>
                  <a:lnTo>
                    <a:pt x="636" y="1336"/>
                  </a:lnTo>
                  <a:lnTo>
                    <a:pt x="695" y="1344"/>
                  </a:lnTo>
                  <a:lnTo>
                    <a:pt x="755" y="1348"/>
                  </a:lnTo>
                  <a:lnTo>
                    <a:pt x="815" y="1344"/>
                  </a:lnTo>
                  <a:lnTo>
                    <a:pt x="874" y="1336"/>
                  </a:lnTo>
                  <a:lnTo>
                    <a:pt x="931" y="1321"/>
                  </a:lnTo>
                  <a:lnTo>
                    <a:pt x="986" y="1301"/>
                  </a:lnTo>
                  <a:lnTo>
                    <a:pt x="1038" y="1276"/>
                  </a:lnTo>
                  <a:lnTo>
                    <a:pt x="1086" y="1246"/>
                  </a:lnTo>
                  <a:lnTo>
                    <a:pt x="1131" y="1213"/>
                  </a:lnTo>
                  <a:lnTo>
                    <a:pt x="1174" y="1174"/>
                  </a:lnTo>
                  <a:lnTo>
                    <a:pt x="1213" y="1131"/>
                  </a:lnTo>
                  <a:lnTo>
                    <a:pt x="1246" y="1086"/>
                  </a:lnTo>
                  <a:lnTo>
                    <a:pt x="1276" y="1038"/>
                  </a:lnTo>
                  <a:lnTo>
                    <a:pt x="1301" y="986"/>
                  </a:lnTo>
                  <a:lnTo>
                    <a:pt x="1321" y="931"/>
                  </a:lnTo>
                  <a:lnTo>
                    <a:pt x="1336" y="874"/>
                  </a:lnTo>
                  <a:lnTo>
                    <a:pt x="1344" y="815"/>
                  </a:lnTo>
                  <a:lnTo>
                    <a:pt x="1348" y="755"/>
                  </a:lnTo>
                  <a:lnTo>
                    <a:pt x="1344" y="695"/>
                  </a:lnTo>
                  <a:lnTo>
                    <a:pt x="1336" y="636"/>
                  </a:lnTo>
                  <a:lnTo>
                    <a:pt x="1321" y="579"/>
                  </a:lnTo>
                  <a:lnTo>
                    <a:pt x="1301" y="524"/>
                  </a:lnTo>
                  <a:lnTo>
                    <a:pt x="1276" y="472"/>
                  </a:lnTo>
                  <a:lnTo>
                    <a:pt x="1246" y="424"/>
                  </a:lnTo>
                  <a:lnTo>
                    <a:pt x="1213" y="379"/>
                  </a:lnTo>
                  <a:lnTo>
                    <a:pt x="1174" y="336"/>
                  </a:lnTo>
                  <a:lnTo>
                    <a:pt x="1131" y="297"/>
                  </a:lnTo>
                  <a:lnTo>
                    <a:pt x="1086" y="264"/>
                  </a:lnTo>
                  <a:lnTo>
                    <a:pt x="1038" y="234"/>
                  </a:lnTo>
                  <a:lnTo>
                    <a:pt x="986" y="209"/>
                  </a:lnTo>
                  <a:lnTo>
                    <a:pt x="931" y="189"/>
                  </a:lnTo>
                  <a:lnTo>
                    <a:pt x="874" y="174"/>
                  </a:lnTo>
                  <a:lnTo>
                    <a:pt x="815" y="166"/>
                  </a:lnTo>
                  <a:lnTo>
                    <a:pt x="755" y="162"/>
                  </a:lnTo>
                  <a:close/>
                  <a:moveTo>
                    <a:pt x="755" y="0"/>
                  </a:moveTo>
                  <a:lnTo>
                    <a:pt x="824" y="3"/>
                  </a:lnTo>
                  <a:lnTo>
                    <a:pt x="891" y="12"/>
                  </a:lnTo>
                  <a:lnTo>
                    <a:pt x="955" y="26"/>
                  </a:lnTo>
                  <a:lnTo>
                    <a:pt x="1019" y="47"/>
                  </a:lnTo>
                  <a:lnTo>
                    <a:pt x="1079" y="73"/>
                  </a:lnTo>
                  <a:lnTo>
                    <a:pt x="1136" y="103"/>
                  </a:lnTo>
                  <a:lnTo>
                    <a:pt x="1191" y="138"/>
                  </a:lnTo>
                  <a:lnTo>
                    <a:pt x="1241" y="177"/>
                  </a:lnTo>
                  <a:lnTo>
                    <a:pt x="1289" y="221"/>
                  </a:lnTo>
                  <a:lnTo>
                    <a:pt x="1333" y="269"/>
                  </a:lnTo>
                  <a:lnTo>
                    <a:pt x="1372" y="319"/>
                  </a:lnTo>
                  <a:lnTo>
                    <a:pt x="1407" y="374"/>
                  </a:lnTo>
                  <a:lnTo>
                    <a:pt x="1437" y="431"/>
                  </a:lnTo>
                  <a:lnTo>
                    <a:pt x="1463" y="491"/>
                  </a:lnTo>
                  <a:lnTo>
                    <a:pt x="1484" y="555"/>
                  </a:lnTo>
                  <a:lnTo>
                    <a:pt x="1498" y="619"/>
                  </a:lnTo>
                  <a:lnTo>
                    <a:pt x="1507" y="686"/>
                  </a:lnTo>
                  <a:lnTo>
                    <a:pt x="1510" y="755"/>
                  </a:lnTo>
                  <a:lnTo>
                    <a:pt x="1507" y="824"/>
                  </a:lnTo>
                  <a:lnTo>
                    <a:pt x="1498" y="891"/>
                  </a:lnTo>
                  <a:lnTo>
                    <a:pt x="1484" y="955"/>
                  </a:lnTo>
                  <a:lnTo>
                    <a:pt x="1463" y="1019"/>
                  </a:lnTo>
                  <a:lnTo>
                    <a:pt x="1437" y="1079"/>
                  </a:lnTo>
                  <a:lnTo>
                    <a:pt x="1407" y="1136"/>
                  </a:lnTo>
                  <a:lnTo>
                    <a:pt x="1372" y="1191"/>
                  </a:lnTo>
                  <a:lnTo>
                    <a:pt x="1333" y="1241"/>
                  </a:lnTo>
                  <a:lnTo>
                    <a:pt x="1289" y="1289"/>
                  </a:lnTo>
                  <a:lnTo>
                    <a:pt x="1241" y="1333"/>
                  </a:lnTo>
                  <a:lnTo>
                    <a:pt x="1191" y="1372"/>
                  </a:lnTo>
                  <a:lnTo>
                    <a:pt x="1136" y="1407"/>
                  </a:lnTo>
                  <a:lnTo>
                    <a:pt x="1079" y="1437"/>
                  </a:lnTo>
                  <a:lnTo>
                    <a:pt x="1019" y="1463"/>
                  </a:lnTo>
                  <a:lnTo>
                    <a:pt x="955" y="1484"/>
                  </a:lnTo>
                  <a:lnTo>
                    <a:pt x="891" y="1498"/>
                  </a:lnTo>
                  <a:lnTo>
                    <a:pt x="824" y="1507"/>
                  </a:lnTo>
                  <a:lnTo>
                    <a:pt x="755" y="1510"/>
                  </a:lnTo>
                  <a:lnTo>
                    <a:pt x="686" y="1507"/>
                  </a:lnTo>
                  <a:lnTo>
                    <a:pt x="619" y="1498"/>
                  </a:lnTo>
                  <a:lnTo>
                    <a:pt x="555" y="1484"/>
                  </a:lnTo>
                  <a:lnTo>
                    <a:pt x="491" y="1463"/>
                  </a:lnTo>
                  <a:lnTo>
                    <a:pt x="431" y="1437"/>
                  </a:lnTo>
                  <a:lnTo>
                    <a:pt x="374" y="1407"/>
                  </a:lnTo>
                  <a:lnTo>
                    <a:pt x="319" y="1372"/>
                  </a:lnTo>
                  <a:lnTo>
                    <a:pt x="269" y="1333"/>
                  </a:lnTo>
                  <a:lnTo>
                    <a:pt x="221" y="1289"/>
                  </a:lnTo>
                  <a:lnTo>
                    <a:pt x="177" y="1241"/>
                  </a:lnTo>
                  <a:lnTo>
                    <a:pt x="138" y="1191"/>
                  </a:lnTo>
                  <a:lnTo>
                    <a:pt x="103" y="1136"/>
                  </a:lnTo>
                  <a:lnTo>
                    <a:pt x="73" y="1079"/>
                  </a:lnTo>
                  <a:lnTo>
                    <a:pt x="47" y="1019"/>
                  </a:lnTo>
                  <a:lnTo>
                    <a:pt x="26" y="955"/>
                  </a:lnTo>
                  <a:lnTo>
                    <a:pt x="12" y="891"/>
                  </a:lnTo>
                  <a:lnTo>
                    <a:pt x="3" y="824"/>
                  </a:lnTo>
                  <a:lnTo>
                    <a:pt x="0" y="755"/>
                  </a:lnTo>
                  <a:lnTo>
                    <a:pt x="3" y="686"/>
                  </a:lnTo>
                  <a:lnTo>
                    <a:pt x="12" y="619"/>
                  </a:lnTo>
                  <a:lnTo>
                    <a:pt x="26" y="555"/>
                  </a:lnTo>
                  <a:lnTo>
                    <a:pt x="47" y="491"/>
                  </a:lnTo>
                  <a:lnTo>
                    <a:pt x="73" y="431"/>
                  </a:lnTo>
                  <a:lnTo>
                    <a:pt x="103" y="374"/>
                  </a:lnTo>
                  <a:lnTo>
                    <a:pt x="138" y="319"/>
                  </a:lnTo>
                  <a:lnTo>
                    <a:pt x="177" y="269"/>
                  </a:lnTo>
                  <a:lnTo>
                    <a:pt x="221" y="221"/>
                  </a:lnTo>
                  <a:lnTo>
                    <a:pt x="269" y="177"/>
                  </a:lnTo>
                  <a:lnTo>
                    <a:pt x="319" y="138"/>
                  </a:lnTo>
                  <a:lnTo>
                    <a:pt x="374" y="103"/>
                  </a:lnTo>
                  <a:lnTo>
                    <a:pt x="431" y="73"/>
                  </a:lnTo>
                  <a:lnTo>
                    <a:pt x="491" y="47"/>
                  </a:lnTo>
                  <a:lnTo>
                    <a:pt x="555" y="26"/>
                  </a:lnTo>
                  <a:lnTo>
                    <a:pt x="619" y="12"/>
                  </a:lnTo>
                  <a:lnTo>
                    <a:pt x="686" y="3"/>
                  </a:lnTo>
                  <a:lnTo>
                    <a:pt x="75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 sz="2400" noProof="0">
                <a:solidFill>
                  <a:srgbClr val="262626"/>
                </a:solidFill>
                <a:latin typeface="Roboto"/>
              </a:endParaRPr>
            </a:p>
          </p:txBody>
        </p:sp>
      </p:grpSp>
      <p:sp>
        <p:nvSpPr>
          <p:cNvPr id="30" name="Inhaltsplatzhalter 4"/>
          <p:cNvSpPr txBox="1">
            <a:spLocks/>
          </p:cNvSpPr>
          <p:nvPr/>
        </p:nvSpPr>
        <p:spPr>
          <a:xfrm>
            <a:off x="1354322" y="2939501"/>
            <a:ext cx="4233679" cy="152355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218806">
              <a:lnSpc>
                <a:spcPct val="150000"/>
              </a:lnSpc>
              <a:spcAft>
                <a:spcPts val="0"/>
              </a:spcAft>
              <a:buNone/>
            </a:pPr>
            <a:r>
              <a:rPr lang="en-US" sz="2100" dirty="0">
                <a:solidFill>
                  <a:srgbClr val="53C3CB"/>
                </a:solidFill>
                <a:latin typeface="Roboto Slab"/>
              </a:rPr>
              <a:t>Potential customers</a:t>
            </a:r>
            <a:endParaRPr lang="hu-HU" sz="2100" dirty="0">
              <a:solidFill>
                <a:srgbClr val="53C3CB"/>
              </a:solidFill>
              <a:latin typeface="Roboto Slab"/>
            </a:endParaRPr>
          </a:p>
          <a:p>
            <a:pPr marL="0" indent="0" defTabSz="1218806">
              <a:lnSpc>
                <a:spcPct val="150000"/>
              </a:lnSpc>
              <a:spcAft>
                <a:spcPts val="1333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Roboto Slab"/>
              </a:rPr>
              <a:t>Display top conversion candidates (prediction ≥ 80%)</a:t>
            </a:r>
            <a:br>
              <a:rPr lang="en-US" sz="2100" noProof="0" dirty="0">
                <a:latin typeface="Roboto Slab"/>
              </a:rPr>
            </a:br>
            <a:endParaRPr lang="hu-HU" sz="1450" dirty="0"/>
          </a:p>
        </p:txBody>
      </p:sp>
      <p:grpSp>
        <p:nvGrpSpPr>
          <p:cNvPr id="31" name="Group 30"/>
          <p:cNvGrpSpPr/>
          <p:nvPr/>
        </p:nvGrpSpPr>
        <p:grpSpPr>
          <a:xfrm>
            <a:off x="622019" y="3245295"/>
            <a:ext cx="469525" cy="443915"/>
            <a:chOff x="415925" y="3217863"/>
            <a:chExt cx="436563" cy="412750"/>
          </a:xfrm>
          <a:solidFill>
            <a:schemeClr val="accent1"/>
          </a:solidFill>
        </p:grpSpPr>
        <p:sp>
          <p:nvSpPr>
            <p:cNvPr id="32" name="Freeform 16"/>
            <p:cNvSpPr>
              <a:spLocks noEditPoints="1"/>
            </p:cNvSpPr>
            <p:nvPr/>
          </p:nvSpPr>
          <p:spPr bwMode="auto">
            <a:xfrm>
              <a:off x="517525" y="3217863"/>
              <a:ext cx="233363" cy="231775"/>
            </a:xfrm>
            <a:custGeom>
              <a:avLst/>
              <a:gdLst>
                <a:gd name="T0" fmla="*/ 761 w 1768"/>
                <a:gd name="T1" fmla="*/ 241 h 1756"/>
                <a:gd name="T2" fmla="*/ 591 w 1768"/>
                <a:gd name="T3" fmla="*/ 299 h 1756"/>
                <a:gd name="T4" fmla="*/ 446 w 1768"/>
                <a:gd name="T5" fmla="*/ 399 h 1756"/>
                <a:gd name="T6" fmla="*/ 332 w 1768"/>
                <a:gd name="T7" fmla="*/ 534 h 1756"/>
                <a:gd name="T8" fmla="*/ 259 w 1768"/>
                <a:gd name="T9" fmla="*/ 696 h 1756"/>
                <a:gd name="T10" fmla="*/ 233 w 1768"/>
                <a:gd name="T11" fmla="*/ 877 h 1756"/>
                <a:gd name="T12" fmla="*/ 259 w 1768"/>
                <a:gd name="T13" fmla="*/ 1058 h 1756"/>
                <a:gd name="T14" fmla="*/ 332 w 1768"/>
                <a:gd name="T15" fmla="*/ 1219 h 1756"/>
                <a:gd name="T16" fmla="*/ 446 w 1768"/>
                <a:gd name="T17" fmla="*/ 1353 h 1756"/>
                <a:gd name="T18" fmla="*/ 591 w 1768"/>
                <a:gd name="T19" fmla="*/ 1453 h 1756"/>
                <a:gd name="T20" fmla="*/ 761 w 1768"/>
                <a:gd name="T21" fmla="*/ 1511 h 1756"/>
                <a:gd name="T22" fmla="*/ 946 w 1768"/>
                <a:gd name="T23" fmla="*/ 1520 h 1756"/>
                <a:gd name="T24" fmla="*/ 1124 w 1768"/>
                <a:gd name="T25" fmla="*/ 1478 h 1756"/>
                <a:gd name="T26" fmla="*/ 1278 w 1768"/>
                <a:gd name="T27" fmla="*/ 1391 h 1756"/>
                <a:gd name="T28" fmla="*/ 1403 w 1768"/>
                <a:gd name="T29" fmla="*/ 1267 h 1756"/>
                <a:gd name="T30" fmla="*/ 1489 w 1768"/>
                <a:gd name="T31" fmla="*/ 1114 h 1756"/>
                <a:gd name="T32" fmla="*/ 1533 w 1768"/>
                <a:gd name="T33" fmla="*/ 939 h 1756"/>
                <a:gd name="T34" fmla="*/ 1524 w 1768"/>
                <a:gd name="T35" fmla="*/ 754 h 1756"/>
                <a:gd name="T36" fmla="*/ 1465 w 1768"/>
                <a:gd name="T37" fmla="*/ 585 h 1756"/>
                <a:gd name="T38" fmla="*/ 1364 w 1768"/>
                <a:gd name="T39" fmla="*/ 440 h 1756"/>
                <a:gd name="T40" fmla="*/ 1229 w 1768"/>
                <a:gd name="T41" fmla="*/ 328 h 1756"/>
                <a:gd name="T42" fmla="*/ 1066 w 1768"/>
                <a:gd name="T43" fmla="*/ 255 h 1756"/>
                <a:gd name="T44" fmla="*/ 884 w 1768"/>
                <a:gd name="T45" fmla="*/ 229 h 1756"/>
                <a:gd name="T46" fmla="*/ 1028 w 1768"/>
                <a:gd name="T47" fmla="*/ 12 h 1756"/>
                <a:gd name="T48" fmla="*/ 1228 w 1768"/>
                <a:gd name="T49" fmla="*/ 69 h 1756"/>
                <a:gd name="T50" fmla="*/ 1407 w 1768"/>
                <a:gd name="T51" fmla="*/ 169 h 1756"/>
                <a:gd name="T52" fmla="*/ 1556 w 1768"/>
                <a:gd name="T53" fmla="*/ 305 h 1756"/>
                <a:gd name="T54" fmla="*/ 1670 w 1768"/>
                <a:gd name="T55" fmla="*/ 473 h 1756"/>
                <a:gd name="T56" fmla="*/ 1743 w 1768"/>
                <a:gd name="T57" fmla="*/ 666 h 1756"/>
                <a:gd name="T58" fmla="*/ 1768 w 1768"/>
                <a:gd name="T59" fmla="*/ 877 h 1756"/>
                <a:gd name="T60" fmla="*/ 1743 w 1768"/>
                <a:gd name="T61" fmla="*/ 1088 h 1756"/>
                <a:gd name="T62" fmla="*/ 1670 w 1768"/>
                <a:gd name="T63" fmla="*/ 1280 h 1756"/>
                <a:gd name="T64" fmla="*/ 1556 w 1768"/>
                <a:gd name="T65" fmla="*/ 1448 h 1756"/>
                <a:gd name="T66" fmla="*/ 1407 w 1768"/>
                <a:gd name="T67" fmla="*/ 1586 h 1756"/>
                <a:gd name="T68" fmla="*/ 1228 w 1768"/>
                <a:gd name="T69" fmla="*/ 1687 h 1756"/>
                <a:gd name="T70" fmla="*/ 1028 w 1768"/>
                <a:gd name="T71" fmla="*/ 1744 h 1756"/>
                <a:gd name="T72" fmla="*/ 811 w 1768"/>
                <a:gd name="T73" fmla="*/ 1753 h 1756"/>
                <a:gd name="T74" fmla="*/ 605 w 1768"/>
                <a:gd name="T75" fmla="*/ 1711 h 1756"/>
                <a:gd name="T76" fmla="*/ 419 w 1768"/>
                <a:gd name="T77" fmla="*/ 1624 h 1756"/>
                <a:gd name="T78" fmla="*/ 258 w 1768"/>
                <a:gd name="T79" fmla="*/ 1496 h 1756"/>
                <a:gd name="T80" fmla="*/ 132 w 1768"/>
                <a:gd name="T81" fmla="*/ 1338 h 1756"/>
                <a:gd name="T82" fmla="*/ 45 w 1768"/>
                <a:gd name="T83" fmla="*/ 1153 h 1756"/>
                <a:gd name="T84" fmla="*/ 3 w 1768"/>
                <a:gd name="T85" fmla="*/ 948 h 1756"/>
                <a:gd name="T86" fmla="*/ 11 w 1768"/>
                <a:gd name="T87" fmla="*/ 735 h 1756"/>
                <a:gd name="T88" fmla="*/ 69 w 1768"/>
                <a:gd name="T89" fmla="*/ 536 h 1756"/>
                <a:gd name="T90" fmla="*/ 170 w 1768"/>
                <a:gd name="T91" fmla="*/ 359 h 1756"/>
                <a:gd name="T92" fmla="*/ 309 w 1768"/>
                <a:gd name="T93" fmla="*/ 211 h 1756"/>
                <a:gd name="T94" fmla="*/ 478 w 1768"/>
                <a:gd name="T95" fmla="*/ 98 h 1756"/>
                <a:gd name="T96" fmla="*/ 671 w 1768"/>
                <a:gd name="T97" fmla="*/ 26 h 1756"/>
                <a:gd name="T98" fmla="*/ 884 w 1768"/>
                <a:gd name="T99" fmla="*/ 0 h 17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768" h="1756">
                  <a:moveTo>
                    <a:pt x="884" y="229"/>
                  </a:moveTo>
                  <a:lnTo>
                    <a:pt x="821" y="232"/>
                  </a:lnTo>
                  <a:lnTo>
                    <a:pt x="761" y="241"/>
                  </a:lnTo>
                  <a:lnTo>
                    <a:pt x="702" y="255"/>
                  </a:lnTo>
                  <a:lnTo>
                    <a:pt x="645" y="274"/>
                  </a:lnTo>
                  <a:lnTo>
                    <a:pt x="591" y="299"/>
                  </a:lnTo>
                  <a:lnTo>
                    <a:pt x="539" y="328"/>
                  </a:lnTo>
                  <a:lnTo>
                    <a:pt x="491" y="361"/>
                  </a:lnTo>
                  <a:lnTo>
                    <a:pt x="446" y="399"/>
                  </a:lnTo>
                  <a:lnTo>
                    <a:pt x="403" y="440"/>
                  </a:lnTo>
                  <a:lnTo>
                    <a:pt x="366" y="485"/>
                  </a:lnTo>
                  <a:lnTo>
                    <a:pt x="332" y="534"/>
                  </a:lnTo>
                  <a:lnTo>
                    <a:pt x="303" y="585"/>
                  </a:lnTo>
                  <a:lnTo>
                    <a:pt x="279" y="639"/>
                  </a:lnTo>
                  <a:lnTo>
                    <a:pt x="259" y="696"/>
                  </a:lnTo>
                  <a:lnTo>
                    <a:pt x="244" y="754"/>
                  </a:lnTo>
                  <a:lnTo>
                    <a:pt x="236" y="815"/>
                  </a:lnTo>
                  <a:lnTo>
                    <a:pt x="233" y="877"/>
                  </a:lnTo>
                  <a:lnTo>
                    <a:pt x="236" y="939"/>
                  </a:lnTo>
                  <a:lnTo>
                    <a:pt x="244" y="999"/>
                  </a:lnTo>
                  <a:lnTo>
                    <a:pt x="259" y="1058"/>
                  </a:lnTo>
                  <a:lnTo>
                    <a:pt x="279" y="1114"/>
                  </a:lnTo>
                  <a:lnTo>
                    <a:pt x="303" y="1168"/>
                  </a:lnTo>
                  <a:lnTo>
                    <a:pt x="332" y="1219"/>
                  </a:lnTo>
                  <a:lnTo>
                    <a:pt x="366" y="1267"/>
                  </a:lnTo>
                  <a:lnTo>
                    <a:pt x="403" y="1312"/>
                  </a:lnTo>
                  <a:lnTo>
                    <a:pt x="446" y="1353"/>
                  </a:lnTo>
                  <a:lnTo>
                    <a:pt x="491" y="1391"/>
                  </a:lnTo>
                  <a:lnTo>
                    <a:pt x="539" y="1424"/>
                  </a:lnTo>
                  <a:lnTo>
                    <a:pt x="591" y="1453"/>
                  </a:lnTo>
                  <a:lnTo>
                    <a:pt x="645" y="1478"/>
                  </a:lnTo>
                  <a:lnTo>
                    <a:pt x="702" y="1497"/>
                  </a:lnTo>
                  <a:lnTo>
                    <a:pt x="761" y="1511"/>
                  </a:lnTo>
                  <a:lnTo>
                    <a:pt x="821" y="1520"/>
                  </a:lnTo>
                  <a:lnTo>
                    <a:pt x="884" y="1523"/>
                  </a:lnTo>
                  <a:lnTo>
                    <a:pt x="946" y="1520"/>
                  </a:lnTo>
                  <a:lnTo>
                    <a:pt x="1008" y="1511"/>
                  </a:lnTo>
                  <a:lnTo>
                    <a:pt x="1066" y="1497"/>
                  </a:lnTo>
                  <a:lnTo>
                    <a:pt x="1124" y="1478"/>
                  </a:lnTo>
                  <a:lnTo>
                    <a:pt x="1177" y="1453"/>
                  </a:lnTo>
                  <a:lnTo>
                    <a:pt x="1229" y="1424"/>
                  </a:lnTo>
                  <a:lnTo>
                    <a:pt x="1278" y="1391"/>
                  </a:lnTo>
                  <a:lnTo>
                    <a:pt x="1323" y="1353"/>
                  </a:lnTo>
                  <a:lnTo>
                    <a:pt x="1364" y="1312"/>
                  </a:lnTo>
                  <a:lnTo>
                    <a:pt x="1403" y="1267"/>
                  </a:lnTo>
                  <a:lnTo>
                    <a:pt x="1436" y="1219"/>
                  </a:lnTo>
                  <a:lnTo>
                    <a:pt x="1465" y="1168"/>
                  </a:lnTo>
                  <a:lnTo>
                    <a:pt x="1489" y="1114"/>
                  </a:lnTo>
                  <a:lnTo>
                    <a:pt x="1509" y="1058"/>
                  </a:lnTo>
                  <a:lnTo>
                    <a:pt x="1524" y="999"/>
                  </a:lnTo>
                  <a:lnTo>
                    <a:pt x="1533" y="939"/>
                  </a:lnTo>
                  <a:lnTo>
                    <a:pt x="1536" y="877"/>
                  </a:lnTo>
                  <a:lnTo>
                    <a:pt x="1533" y="815"/>
                  </a:lnTo>
                  <a:lnTo>
                    <a:pt x="1524" y="754"/>
                  </a:lnTo>
                  <a:lnTo>
                    <a:pt x="1509" y="696"/>
                  </a:lnTo>
                  <a:lnTo>
                    <a:pt x="1489" y="639"/>
                  </a:lnTo>
                  <a:lnTo>
                    <a:pt x="1465" y="585"/>
                  </a:lnTo>
                  <a:lnTo>
                    <a:pt x="1436" y="534"/>
                  </a:lnTo>
                  <a:lnTo>
                    <a:pt x="1403" y="485"/>
                  </a:lnTo>
                  <a:lnTo>
                    <a:pt x="1364" y="440"/>
                  </a:lnTo>
                  <a:lnTo>
                    <a:pt x="1323" y="399"/>
                  </a:lnTo>
                  <a:lnTo>
                    <a:pt x="1278" y="361"/>
                  </a:lnTo>
                  <a:lnTo>
                    <a:pt x="1229" y="328"/>
                  </a:lnTo>
                  <a:lnTo>
                    <a:pt x="1177" y="299"/>
                  </a:lnTo>
                  <a:lnTo>
                    <a:pt x="1124" y="274"/>
                  </a:lnTo>
                  <a:lnTo>
                    <a:pt x="1066" y="255"/>
                  </a:lnTo>
                  <a:lnTo>
                    <a:pt x="1008" y="241"/>
                  </a:lnTo>
                  <a:lnTo>
                    <a:pt x="946" y="232"/>
                  </a:lnTo>
                  <a:lnTo>
                    <a:pt x="884" y="229"/>
                  </a:lnTo>
                  <a:close/>
                  <a:moveTo>
                    <a:pt x="884" y="0"/>
                  </a:moveTo>
                  <a:lnTo>
                    <a:pt x="956" y="3"/>
                  </a:lnTo>
                  <a:lnTo>
                    <a:pt x="1028" y="12"/>
                  </a:lnTo>
                  <a:lnTo>
                    <a:pt x="1096" y="25"/>
                  </a:lnTo>
                  <a:lnTo>
                    <a:pt x="1164" y="45"/>
                  </a:lnTo>
                  <a:lnTo>
                    <a:pt x="1228" y="69"/>
                  </a:lnTo>
                  <a:lnTo>
                    <a:pt x="1291" y="98"/>
                  </a:lnTo>
                  <a:lnTo>
                    <a:pt x="1350" y="131"/>
                  </a:lnTo>
                  <a:lnTo>
                    <a:pt x="1407" y="169"/>
                  </a:lnTo>
                  <a:lnTo>
                    <a:pt x="1460" y="210"/>
                  </a:lnTo>
                  <a:lnTo>
                    <a:pt x="1509" y="256"/>
                  </a:lnTo>
                  <a:lnTo>
                    <a:pt x="1556" y="305"/>
                  </a:lnTo>
                  <a:lnTo>
                    <a:pt x="1598" y="358"/>
                  </a:lnTo>
                  <a:lnTo>
                    <a:pt x="1636" y="414"/>
                  </a:lnTo>
                  <a:lnTo>
                    <a:pt x="1670" y="473"/>
                  </a:lnTo>
                  <a:lnTo>
                    <a:pt x="1699" y="535"/>
                  </a:lnTo>
                  <a:lnTo>
                    <a:pt x="1724" y="599"/>
                  </a:lnTo>
                  <a:lnTo>
                    <a:pt x="1743" y="666"/>
                  </a:lnTo>
                  <a:lnTo>
                    <a:pt x="1757" y="734"/>
                  </a:lnTo>
                  <a:lnTo>
                    <a:pt x="1766" y="805"/>
                  </a:lnTo>
                  <a:lnTo>
                    <a:pt x="1768" y="877"/>
                  </a:lnTo>
                  <a:lnTo>
                    <a:pt x="1766" y="949"/>
                  </a:lnTo>
                  <a:lnTo>
                    <a:pt x="1757" y="1019"/>
                  </a:lnTo>
                  <a:lnTo>
                    <a:pt x="1743" y="1088"/>
                  </a:lnTo>
                  <a:lnTo>
                    <a:pt x="1724" y="1154"/>
                  </a:lnTo>
                  <a:lnTo>
                    <a:pt x="1699" y="1218"/>
                  </a:lnTo>
                  <a:lnTo>
                    <a:pt x="1670" y="1280"/>
                  </a:lnTo>
                  <a:lnTo>
                    <a:pt x="1636" y="1339"/>
                  </a:lnTo>
                  <a:lnTo>
                    <a:pt x="1598" y="1395"/>
                  </a:lnTo>
                  <a:lnTo>
                    <a:pt x="1556" y="1448"/>
                  </a:lnTo>
                  <a:lnTo>
                    <a:pt x="1509" y="1497"/>
                  </a:lnTo>
                  <a:lnTo>
                    <a:pt x="1460" y="1543"/>
                  </a:lnTo>
                  <a:lnTo>
                    <a:pt x="1407" y="1586"/>
                  </a:lnTo>
                  <a:lnTo>
                    <a:pt x="1350" y="1624"/>
                  </a:lnTo>
                  <a:lnTo>
                    <a:pt x="1291" y="1658"/>
                  </a:lnTo>
                  <a:lnTo>
                    <a:pt x="1228" y="1687"/>
                  </a:lnTo>
                  <a:lnTo>
                    <a:pt x="1164" y="1711"/>
                  </a:lnTo>
                  <a:lnTo>
                    <a:pt x="1096" y="1730"/>
                  </a:lnTo>
                  <a:lnTo>
                    <a:pt x="1028" y="1744"/>
                  </a:lnTo>
                  <a:lnTo>
                    <a:pt x="956" y="1753"/>
                  </a:lnTo>
                  <a:lnTo>
                    <a:pt x="884" y="1756"/>
                  </a:lnTo>
                  <a:lnTo>
                    <a:pt x="811" y="1753"/>
                  </a:lnTo>
                  <a:lnTo>
                    <a:pt x="741" y="1744"/>
                  </a:lnTo>
                  <a:lnTo>
                    <a:pt x="671" y="1730"/>
                  </a:lnTo>
                  <a:lnTo>
                    <a:pt x="605" y="1711"/>
                  </a:lnTo>
                  <a:lnTo>
                    <a:pt x="539" y="1686"/>
                  </a:lnTo>
                  <a:lnTo>
                    <a:pt x="478" y="1657"/>
                  </a:lnTo>
                  <a:lnTo>
                    <a:pt x="419" y="1624"/>
                  </a:lnTo>
                  <a:lnTo>
                    <a:pt x="362" y="1585"/>
                  </a:lnTo>
                  <a:lnTo>
                    <a:pt x="309" y="1542"/>
                  </a:lnTo>
                  <a:lnTo>
                    <a:pt x="258" y="1496"/>
                  </a:lnTo>
                  <a:lnTo>
                    <a:pt x="212" y="1447"/>
                  </a:lnTo>
                  <a:lnTo>
                    <a:pt x="170" y="1394"/>
                  </a:lnTo>
                  <a:lnTo>
                    <a:pt x="132" y="1338"/>
                  </a:lnTo>
                  <a:lnTo>
                    <a:pt x="98" y="1279"/>
                  </a:lnTo>
                  <a:lnTo>
                    <a:pt x="69" y="1217"/>
                  </a:lnTo>
                  <a:lnTo>
                    <a:pt x="45" y="1153"/>
                  </a:lnTo>
                  <a:lnTo>
                    <a:pt x="26" y="1087"/>
                  </a:lnTo>
                  <a:lnTo>
                    <a:pt x="11" y="1018"/>
                  </a:lnTo>
                  <a:lnTo>
                    <a:pt x="3" y="948"/>
                  </a:lnTo>
                  <a:lnTo>
                    <a:pt x="0" y="877"/>
                  </a:lnTo>
                  <a:lnTo>
                    <a:pt x="3" y="805"/>
                  </a:lnTo>
                  <a:lnTo>
                    <a:pt x="11" y="735"/>
                  </a:lnTo>
                  <a:lnTo>
                    <a:pt x="26" y="667"/>
                  </a:lnTo>
                  <a:lnTo>
                    <a:pt x="45" y="600"/>
                  </a:lnTo>
                  <a:lnTo>
                    <a:pt x="69" y="536"/>
                  </a:lnTo>
                  <a:lnTo>
                    <a:pt x="98" y="474"/>
                  </a:lnTo>
                  <a:lnTo>
                    <a:pt x="132" y="415"/>
                  </a:lnTo>
                  <a:lnTo>
                    <a:pt x="170" y="359"/>
                  </a:lnTo>
                  <a:lnTo>
                    <a:pt x="212" y="306"/>
                  </a:lnTo>
                  <a:lnTo>
                    <a:pt x="258" y="257"/>
                  </a:lnTo>
                  <a:lnTo>
                    <a:pt x="309" y="211"/>
                  </a:lnTo>
                  <a:lnTo>
                    <a:pt x="362" y="169"/>
                  </a:lnTo>
                  <a:lnTo>
                    <a:pt x="419" y="132"/>
                  </a:lnTo>
                  <a:lnTo>
                    <a:pt x="478" y="98"/>
                  </a:lnTo>
                  <a:lnTo>
                    <a:pt x="539" y="69"/>
                  </a:lnTo>
                  <a:lnTo>
                    <a:pt x="605" y="45"/>
                  </a:lnTo>
                  <a:lnTo>
                    <a:pt x="671" y="26"/>
                  </a:lnTo>
                  <a:lnTo>
                    <a:pt x="741" y="12"/>
                  </a:lnTo>
                  <a:lnTo>
                    <a:pt x="811" y="3"/>
                  </a:lnTo>
                  <a:lnTo>
                    <a:pt x="88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 sz="2400" noProof="0">
                <a:solidFill>
                  <a:srgbClr val="262626"/>
                </a:solidFill>
                <a:latin typeface="Roboto"/>
              </a:endParaRPr>
            </a:p>
          </p:txBody>
        </p:sp>
        <p:sp>
          <p:nvSpPr>
            <p:cNvPr id="33" name="Freeform 17"/>
            <p:cNvSpPr>
              <a:spLocks noEditPoints="1"/>
            </p:cNvSpPr>
            <p:nvPr/>
          </p:nvSpPr>
          <p:spPr bwMode="auto">
            <a:xfrm>
              <a:off x="415925" y="3470275"/>
              <a:ext cx="436563" cy="160338"/>
            </a:xfrm>
            <a:custGeom>
              <a:avLst/>
              <a:gdLst>
                <a:gd name="T0" fmla="*/ 1036 w 3305"/>
                <a:gd name="T1" fmla="*/ 235 h 1219"/>
                <a:gd name="T2" fmla="*/ 894 w 3305"/>
                <a:gd name="T3" fmla="*/ 259 h 1219"/>
                <a:gd name="T4" fmla="*/ 763 w 3305"/>
                <a:gd name="T5" fmla="*/ 304 h 1219"/>
                <a:gd name="T6" fmla="*/ 640 w 3305"/>
                <a:gd name="T7" fmla="*/ 368 h 1219"/>
                <a:gd name="T8" fmla="*/ 530 w 3305"/>
                <a:gd name="T9" fmla="*/ 451 h 1219"/>
                <a:gd name="T10" fmla="*/ 435 w 3305"/>
                <a:gd name="T11" fmla="*/ 549 h 1219"/>
                <a:gd name="T12" fmla="*/ 356 w 3305"/>
                <a:gd name="T13" fmla="*/ 660 h 1219"/>
                <a:gd name="T14" fmla="*/ 295 w 3305"/>
                <a:gd name="T15" fmla="*/ 785 h 1219"/>
                <a:gd name="T16" fmla="*/ 254 w 3305"/>
                <a:gd name="T17" fmla="*/ 918 h 1219"/>
                <a:gd name="T18" fmla="*/ 3063 w 3305"/>
                <a:gd name="T19" fmla="*/ 987 h 1219"/>
                <a:gd name="T20" fmla="*/ 3033 w 3305"/>
                <a:gd name="T21" fmla="*/ 849 h 1219"/>
                <a:gd name="T22" fmla="*/ 2983 w 3305"/>
                <a:gd name="T23" fmla="*/ 720 h 1219"/>
                <a:gd name="T24" fmla="*/ 2912 w 3305"/>
                <a:gd name="T25" fmla="*/ 602 h 1219"/>
                <a:gd name="T26" fmla="*/ 2824 w 3305"/>
                <a:gd name="T27" fmla="*/ 497 h 1219"/>
                <a:gd name="T28" fmla="*/ 2722 w 3305"/>
                <a:gd name="T29" fmla="*/ 406 h 1219"/>
                <a:gd name="T30" fmla="*/ 2606 w 3305"/>
                <a:gd name="T31" fmla="*/ 333 h 1219"/>
                <a:gd name="T32" fmla="*/ 2478 w 3305"/>
                <a:gd name="T33" fmla="*/ 278 h 1219"/>
                <a:gd name="T34" fmla="*/ 2340 w 3305"/>
                <a:gd name="T35" fmla="*/ 244 h 1219"/>
                <a:gd name="T36" fmla="*/ 2195 w 3305"/>
                <a:gd name="T37" fmla="*/ 232 h 1219"/>
                <a:gd name="T38" fmla="*/ 1110 w 3305"/>
                <a:gd name="T39" fmla="*/ 0 h 1219"/>
                <a:gd name="T40" fmla="*/ 2278 w 3305"/>
                <a:gd name="T41" fmla="*/ 3 h 1219"/>
                <a:gd name="T42" fmla="*/ 2439 w 3305"/>
                <a:gd name="T43" fmla="*/ 27 h 1219"/>
                <a:gd name="T44" fmla="*/ 2591 w 3305"/>
                <a:gd name="T45" fmla="*/ 73 h 1219"/>
                <a:gd name="T46" fmla="*/ 2733 w 3305"/>
                <a:gd name="T47" fmla="*/ 139 h 1219"/>
                <a:gd name="T48" fmla="*/ 2864 w 3305"/>
                <a:gd name="T49" fmla="*/ 223 h 1219"/>
                <a:gd name="T50" fmla="*/ 2981 w 3305"/>
                <a:gd name="T51" fmla="*/ 324 h 1219"/>
                <a:gd name="T52" fmla="*/ 3081 w 3305"/>
                <a:gd name="T53" fmla="*/ 440 h 1219"/>
                <a:gd name="T54" fmla="*/ 3167 w 3305"/>
                <a:gd name="T55" fmla="*/ 570 h 1219"/>
                <a:gd name="T56" fmla="*/ 3232 w 3305"/>
                <a:gd name="T57" fmla="*/ 710 h 1219"/>
                <a:gd name="T58" fmla="*/ 3279 w 3305"/>
                <a:gd name="T59" fmla="*/ 862 h 1219"/>
                <a:gd name="T60" fmla="*/ 3302 w 3305"/>
                <a:gd name="T61" fmla="*/ 1021 h 1219"/>
                <a:gd name="T62" fmla="*/ 3302 w 3305"/>
                <a:gd name="T63" fmla="*/ 1130 h 1219"/>
                <a:gd name="T64" fmla="*/ 3280 w 3305"/>
                <a:gd name="T65" fmla="*/ 1176 h 1219"/>
                <a:gd name="T66" fmla="*/ 3240 w 3305"/>
                <a:gd name="T67" fmla="*/ 1207 h 1219"/>
                <a:gd name="T68" fmla="*/ 3188 w 3305"/>
                <a:gd name="T69" fmla="*/ 1219 h 1219"/>
                <a:gd name="T70" fmla="*/ 90 w 3305"/>
                <a:gd name="T71" fmla="*/ 1216 h 1219"/>
                <a:gd name="T72" fmla="*/ 43 w 3305"/>
                <a:gd name="T73" fmla="*/ 1194 h 1219"/>
                <a:gd name="T74" fmla="*/ 12 w 3305"/>
                <a:gd name="T75" fmla="*/ 1154 h 1219"/>
                <a:gd name="T76" fmla="*/ 0 w 3305"/>
                <a:gd name="T77" fmla="*/ 1103 h 1219"/>
                <a:gd name="T78" fmla="*/ 12 w 3305"/>
                <a:gd name="T79" fmla="*/ 940 h 1219"/>
                <a:gd name="T80" fmla="*/ 47 w 3305"/>
                <a:gd name="T81" fmla="*/ 785 h 1219"/>
                <a:gd name="T82" fmla="*/ 104 w 3305"/>
                <a:gd name="T83" fmla="*/ 638 h 1219"/>
                <a:gd name="T84" fmla="*/ 179 w 3305"/>
                <a:gd name="T85" fmla="*/ 502 h 1219"/>
                <a:gd name="T86" fmla="*/ 273 w 3305"/>
                <a:gd name="T87" fmla="*/ 379 h 1219"/>
                <a:gd name="T88" fmla="*/ 383 w 3305"/>
                <a:gd name="T89" fmla="*/ 271 h 1219"/>
                <a:gd name="T90" fmla="*/ 507 w 3305"/>
                <a:gd name="T91" fmla="*/ 178 h 1219"/>
                <a:gd name="T92" fmla="*/ 643 w 3305"/>
                <a:gd name="T93" fmla="*/ 103 h 1219"/>
                <a:gd name="T94" fmla="*/ 790 w 3305"/>
                <a:gd name="T95" fmla="*/ 47 h 1219"/>
                <a:gd name="T96" fmla="*/ 946 w 3305"/>
                <a:gd name="T97" fmla="*/ 12 h 1219"/>
                <a:gd name="T98" fmla="*/ 1110 w 3305"/>
                <a:gd name="T99" fmla="*/ 0 h 1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305" h="1219">
                  <a:moveTo>
                    <a:pt x="1110" y="232"/>
                  </a:moveTo>
                  <a:lnTo>
                    <a:pt x="1036" y="235"/>
                  </a:lnTo>
                  <a:lnTo>
                    <a:pt x="965" y="244"/>
                  </a:lnTo>
                  <a:lnTo>
                    <a:pt x="894" y="259"/>
                  </a:lnTo>
                  <a:lnTo>
                    <a:pt x="827" y="278"/>
                  </a:lnTo>
                  <a:lnTo>
                    <a:pt x="763" y="304"/>
                  </a:lnTo>
                  <a:lnTo>
                    <a:pt x="700" y="334"/>
                  </a:lnTo>
                  <a:lnTo>
                    <a:pt x="640" y="368"/>
                  </a:lnTo>
                  <a:lnTo>
                    <a:pt x="583" y="407"/>
                  </a:lnTo>
                  <a:lnTo>
                    <a:pt x="530" y="451"/>
                  </a:lnTo>
                  <a:lnTo>
                    <a:pt x="480" y="498"/>
                  </a:lnTo>
                  <a:lnTo>
                    <a:pt x="435" y="549"/>
                  </a:lnTo>
                  <a:lnTo>
                    <a:pt x="393" y="603"/>
                  </a:lnTo>
                  <a:lnTo>
                    <a:pt x="356" y="660"/>
                  </a:lnTo>
                  <a:lnTo>
                    <a:pt x="322" y="721"/>
                  </a:lnTo>
                  <a:lnTo>
                    <a:pt x="295" y="785"/>
                  </a:lnTo>
                  <a:lnTo>
                    <a:pt x="272" y="850"/>
                  </a:lnTo>
                  <a:lnTo>
                    <a:pt x="254" y="918"/>
                  </a:lnTo>
                  <a:lnTo>
                    <a:pt x="242" y="987"/>
                  </a:lnTo>
                  <a:lnTo>
                    <a:pt x="3063" y="987"/>
                  </a:lnTo>
                  <a:lnTo>
                    <a:pt x="3051" y="917"/>
                  </a:lnTo>
                  <a:lnTo>
                    <a:pt x="3033" y="849"/>
                  </a:lnTo>
                  <a:lnTo>
                    <a:pt x="3011" y="784"/>
                  </a:lnTo>
                  <a:lnTo>
                    <a:pt x="2983" y="720"/>
                  </a:lnTo>
                  <a:lnTo>
                    <a:pt x="2949" y="659"/>
                  </a:lnTo>
                  <a:lnTo>
                    <a:pt x="2912" y="602"/>
                  </a:lnTo>
                  <a:lnTo>
                    <a:pt x="2871" y="547"/>
                  </a:lnTo>
                  <a:lnTo>
                    <a:pt x="2824" y="497"/>
                  </a:lnTo>
                  <a:lnTo>
                    <a:pt x="2775" y="450"/>
                  </a:lnTo>
                  <a:lnTo>
                    <a:pt x="2722" y="406"/>
                  </a:lnTo>
                  <a:lnTo>
                    <a:pt x="2665" y="368"/>
                  </a:lnTo>
                  <a:lnTo>
                    <a:pt x="2606" y="333"/>
                  </a:lnTo>
                  <a:lnTo>
                    <a:pt x="2543" y="303"/>
                  </a:lnTo>
                  <a:lnTo>
                    <a:pt x="2478" y="278"/>
                  </a:lnTo>
                  <a:lnTo>
                    <a:pt x="2410" y="258"/>
                  </a:lnTo>
                  <a:lnTo>
                    <a:pt x="2340" y="244"/>
                  </a:lnTo>
                  <a:lnTo>
                    <a:pt x="2268" y="235"/>
                  </a:lnTo>
                  <a:lnTo>
                    <a:pt x="2195" y="232"/>
                  </a:lnTo>
                  <a:lnTo>
                    <a:pt x="1110" y="232"/>
                  </a:lnTo>
                  <a:close/>
                  <a:moveTo>
                    <a:pt x="1110" y="0"/>
                  </a:moveTo>
                  <a:lnTo>
                    <a:pt x="2195" y="0"/>
                  </a:lnTo>
                  <a:lnTo>
                    <a:pt x="2278" y="3"/>
                  </a:lnTo>
                  <a:lnTo>
                    <a:pt x="2359" y="12"/>
                  </a:lnTo>
                  <a:lnTo>
                    <a:pt x="2439" y="27"/>
                  </a:lnTo>
                  <a:lnTo>
                    <a:pt x="2516" y="47"/>
                  </a:lnTo>
                  <a:lnTo>
                    <a:pt x="2591" y="73"/>
                  </a:lnTo>
                  <a:lnTo>
                    <a:pt x="2663" y="103"/>
                  </a:lnTo>
                  <a:lnTo>
                    <a:pt x="2733" y="139"/>
                  </a:lnTo>
                  <a:lnTo>
                    <a:pt x="2799" y="178"/>
                  </a:lnTo>
                  <a:lnTo>
                    <a:pt x="2864" y="223"/>
                  </a:lnTo>
                  <a:lnTo>
                    <a:pt x="2923" y="271"/>
                  </a:lnTo>
                  <a:lnTo>
                    <a:pt x="2981" y="324"/>
                  </a:lnTo>
                  <a:lnTo>
                    <a:pt x="3033" y="380"/>
                  </a:lnTo>
                  <a:lnTo>
                    <a:pt x="3081" y="440"/>
                  </a:lnTo>
                  <a:lnTo>
                    <a:pt x="3127" y="503"/>
                  </a:lnTo>
                  <a:lnTo>
                    <a:pt x="3167" y="570"/>
                  </a:lnTo>
                  <a:lnTo>
                    <a:pt x="3202" y="639"/>
                  </a:lnTo>
                  <a:lnTo>
                    <a:pt x="3232" y="710"/>
                  </a:lnTo>
                  <a:lnTo>
                    <a:pt x="3259" y="786"/>
                  </a:lnTo>
                  <a:lnTo>
                    <a:pt x="3279" y="862"/>
                  </a:lnTo>
                  <a:lnTo>
                    <a:pt x="3293" y="941"/>
                  </a:lnTo>
                  <a:lnTo>
                    <a:pt x="3302" y="1021"/>
                  </a:lnTo>
                  <a:lnTo>
                    <a:pt x="3305" y="1103"/>
                  </a:lnTo>
                  <a:lnTo>
                    <a:pt x="3302" y="1130"/>
                  </a:lnTo>
                  <a:lnTo>
                    <a:pt x="3294" y="1154"/>
                  </a:lnTo>
                  <a:lnTo>
                    <a:pt x="3280" y="1176"/>
                  </a:lnTo>
                  <a:lnTo>
                    <a:pt x="3262" y="1194"/>
                  </a:lnTo>
                  <a:lnTo>
                    <a:pt x="3240" y="1207"/>
                  </a:lnTo>
                  <a:lnTo>
                    <a:pt x="3215" y="1216"/>
                  </a:lnTo>
                  <a:lnTo>
                    <a:pt x="3188" y="1219"/>
                  </a:lnTo>
                  <a:lnTo>
                    <a:pt x="117" y="1219"/>
                  </a:lnTo>
                  <a:lnTo>
                    <a:pt x="90" y="1216"/>
                  </a:lnTo>
                  <a:lnTo>
                    <a:pt x="65" y="1207"/>
                  </a:lnTo>
                  <a:lnTo>
                    <a:pt x="43" y="1194"/>
                  </a:lnTo>
                  <a:lnTo>
                    <a:pt x="25" y="1176"/>
                  </a:lnTo>
                  <a:lnTo>
                    <a:pt x="12" y="1154"/>
                  </a:lnTo>
                  <a:lnTo>
                    <a:pt x="3" y="1130"/>
                  </a:lnTo>
                  <a:lnTo>
                    <a:pt x="0" y="1103"/>
                  </a:lnTo>
                  <a:lnTo>
                    <a:pt x="3" y="1021"/>
                  </a:lnTo>
                  <a:lnTo>
                    <a:pt x="12" y="940"/>
                  </a:lnTo>
                  <a:lnTo>
                    <a:pt x="27" y="861"/>
                  </a:lnTo>
                  <a:lnTo>
                    <a:pt x="47" y="785"/>
                  </a:lnTo>
                  <a:lnTo>
                    <a:pt x="73" y="709"/>
                  </a:lnTo>
                  <a:lnTo>
                    <a:pt x="104" y="638"/>
                  </a:lnTo>
                  <a:lnTo>
                    <a:pt x="139" y="568"/>
                  </a:lnTo>
                  <a:lnTo>
                    <a:pt x="179" y="502"/>
                  </a:lnTo>
                  <a:lnTo>
                    <a:pt x="224" y="439"/>
                  </a:lnTo>
                  <a:lnTo>
                    <a:pt x="273" y="379"/>
                  </a:lnTo>
                  <a:lnTo>
                    <a:pt x="326" y="323"/>
                  </a:lnTo>
                  <a:lnTo>
                    <a:pt x="383" y="271"/>
                  </a:lnTo>
                  <a:lnTo>
                    <a:pt x="443" y="222"/>
                  </a:lnTo>
                  <a:lnTo>
                    <a:pt x="507" y="178"/>
                  </a:lnTo>
                  <a:lnTo>
                    <a:pt x="573" y="138"/>
                  </a:lnTo>
                  <a:lnTo>
                    <a:pt x="643" y="103"/>
                  </a:lnTo>
                  <a:lnTo>
                    <a:pt x="715" y="72"/>
                  </a:lnTo>
                  <a:lnTo>
                    <a:pt x="790" y="47"/>
                  </a:lnTo>
                  <a:lnTo>
                    <a:pt x="867" y="27"/>
                  </a:lnTo>
                  <a:lnTo>
                    <a:pt x="946" y="12"/>
                  </a:lnTo>
                  <a:lnTo>
                    <a:pt x="1027" y="3"/>
                  </a:lnTo>
                  <a:lnTo>
                    <a:pt x="111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 sz="2400" noProof="0">
                <a:solidFill>
                  <a:srgbClr val="262626"/>
                </a:solidFill>
                <a:latin typeface="Roboto"/>
              </a:endParaRPr>
            </a:p>
          </p:txBody>
        </p:sp>
      </p:grpSp>
      <p:sp>
        <p:nvSpPr>
          <p:cNvPr id="34" name="Inhaltsplatzhalter 4"/>
          <p:cNvSpPr txBox="1">
            <a:spLocks/>
          </p:cNvSpPr>
          <p:nvPr/>
        </p:nvSpPr>
        <p:spPr>
          <a:xfrm>
            <a:off x="1354322" y="5763010"/>
            <a:ext cx="5082180" cy="78226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218806">
              <a:lnSpc>
                <a:spcPct val="150000"/>
              </a:lnSpc>
              <a:spcAft>
                <a:spcPts val="1333"/>
              </a:spcAft>
              <a:buNone/>
            </a:pPr>
            <a:r>
              <a:rPr lang="en-US" sz="2100" dirty="0">
                <a:solidFill>
                  <a:srgbClr val="1AA4BE"/>
                </a:solidFill>
                <a:latin typeface="Roboto Slab"/>
              </a:rPr>
              <a:t>Campaign Channel &amp; Type Breakdown</a:t>
            </a:r>
            <a:br>
              <a:rPr lang="en-US" sz="1600" noProof="0" dirty="0">
                <a:latin typeface="Roboto Slab"/>
              </a:rPr>
            </a:br>
            <a:endParaRPr lang="en-US" sz="1450" noProof="0" dirty="0">
              <a:solidFill>
                <a:srgbClr val="262626">
                  <a:lumMod val="50000"/>
                  <a:lumOff val="50000"/>
                </a:srgbClr>
              </a:solidFill>
              <a:latin typeface="Roboto"/>
            </a:endParaRPr>
          </a:p>
        </p:txBody>
      </p:sp>
      <p:grpSp>
        <p:nvGrpSpPr>
          <p:cNvPr id="35" name="Group 34"/>
          <p:cNvGrpSpPr/>
          <p:nvPr/>
        </p:nvGrpSpPr>
        <p:grpSpPr>
          <a:xfrm>
            <a:off x="577586" y="5862580"/>
            <a:ext cx="558393" cy="418468"/>
            <a:chOff x="4932363" y="1844675"/>
            <a:chExt cx="2705100" cy="2027238"/>
          </a:xfrm>
          <a:solidFill>
            <a:schemeClr val="accent3"/>
          </a:solidFill>
        </p:grpSpPr>
        <p:sp>
          <p:nvSpPr>
            <p:cNvPr id="36" name="Freeform 23"/>
            <p:cNvSpPr>
              <a:spLocks noEditPoints="1"/>
            </p:cNvSpPr>
            <p:nvPr/>
          </p:nvSpPr>
          <p:spPr bwMode="auto">
            <a:xfrm>
              <a:off x="4932363" y="1844675"/>
              <a:ext cx="2217737" cy="2027238"/>
            </a:xfrm>
            <a:custGeom>
              <a:avLst/>
              <a:gdLst>
                <a:gd name="T0" fmla="*/ 2556 w 2793"/>
                <a:gd name="T1" fmla="*/ 1224 h 2555"/>
                <a:gd name="T2" fmla="*/ 2621 w 2793"/>
                <a:gd name="T3" fmla="*/ 1105 h 2555"/>
                <a:gd name="T4" fmla="*/ 2598 w 2793"/>
                <a:gd name="T5" fmla="*/ 969 h 2555"/>
                <a:gd name="T6" fmla="*/ 2499 w 2793"/>
                <a:gd name="T7" fmla="*/ 878 h 2555"/>
                <a:gd name="T8" fmla="*/ 364 w 2793"/>
                <a:gd name="T9" fmla="*/ 687 h 2555"/>
                <a:gd name="T10" fmla="*/ 237 w 2793"/>
                <a:gd name="T11" fmla="*/ 785 h 2555"/>
                <a:gd name="T12" fmla="*/ 174 w 2793"/>
                <a:gd name="T13" fmla="*/ 936 h 2555"/>
                <a:gd name="T14" fmla="*/ 182 w 2793"/>
                <a:gd name="T15" fmla="*/ 1243 h 2555"/>
                <a:gd name="T16" fmla="*/ 264 w 2793"/>
                <a:gd name="T17" fmla="*/ 1383 h 2555"/>
                <a:gd name="T18" fmla="*/ 403 w 2793"/>
                <a:gd name="T19" fmla="*/ 1464 h 2555"/>
                <a:gd name="T20" fmla="*/ 785 w 2793"/>
                <a:gd name="T21" fmla="*/ 662 h 2555"/>
                <a:gd name="T22" fmla="*/ 2164 w 2793"/>
                <a:gd name="T23" fmla="*/ 346 h 2555"/>
                <a:gd name="T24" fmla="*/ 1871 w 2793"/>
                <a:gd name="T25" fmla="*/ 497 h 2555"/>
                <a:gd name="T26" fmla="*/ 1624 w 2793"/>
                <a:gd name="T27" fmla="*/ 591 h 2555"/>
                <a:gd name="T28" fmla="*/ 1416 w 2793"/>
                <a:gd name="T29" fmla="*/ 641 h 2555"/>
                <a:gd name="T30" fmla="*/ 1241 w 2793"/>
                <a:gd name="T31" fmla="*/ 660 h 2555"/>
                <a:gd name="T32" fmla="*/ 955 w 2793"/>
                <a:gd name="T33" fmla="*/ 1476 h 2555"/>
                <a:gd name="T34" fmla="*/ 1433 w 2793"/>
                <a:gd name="T35" fmla="*/ 1491 h 2555"/>
                <a:gd name="T36" fmla="*/ 1739 w 2793"/>
                <a:gd name="T37" fmla="*/ 1550 h 2555"/>
                <a:gd name="T38" fmla="*/ 1989 w 2793"/>
                <a:gd name="T39" fmla="*/ 1640 h 2555"/>
                <a:gd name="T40" fmla="*/ 2184 w 2793"/>
                <a:gd name="T41" fmla="*/ 1744 h 2555"/>
                <a:gd name="T42" fmla="*/ 2328 w 2793"/>
                <a:gd name="T43" fmla="*/ 1848 h 2555"/>
                <a:gd name="T44" fmla="*/ 2453 w 2793"/>
                <a:gd name="T45" fmla="*/ 9 h 2555"/>
                <a:gd name="T46" fmla="*/ 2497 w 2793"/>
                <a:gd name="T47" fmla="*/ 66 h 2555"/>
                <a:gd name="T48" fmla="*/ 2586 w 2793"/>
                <a:gd name="T49" fmla="*/ 730 h 2555"/>
                <a:gd name="T50" fmla="*/ 2724 w 2793"/>
                <a:gd name="T51" fmla="*/ 849 h 2555"/>
                <a:gd name="T52" fmla="*/ 2791 w 2793"/>
                <a:gd name="T53" fmla="*/ 1021 h 2555"/>
                <a:gd name="T54" fmla="*/ 2767 w 2793"/>
                <a:gd name="T55" fmla="*/ 1209 h 2555"/>
                <a:gd name="T56" fmla="*/ 2662 w 2793"/>
                <a:gd name="T57" fmla="*/ 1357 h 2555"/>
                <a:gd name="T58" fmla="*/ 2499 w 2793"/>
                <a:gd name="T59" fmla="*/ 1441 h 2555"/>
                <a:gd name="T60" fmla="*/ 2476 w 2793"/>
                <a:gd name="T61" fmla="*/ 2112 h 2555"/>
                <a:gd name="T62" fmla="*/ 2414 w 2793"/>
                <a:gd name="T63" fmla="*/ 2139 h 2555"/>
                <a:gd name="T64" fmla="*/ 2346 w 2793"/>
                <a:gd name="T65" fmla="*/ 2103 h 2555"/>
                <a:gd name="T66" fmla="*/ 2315 w 2793"/>
                <a:gd name="T67" fmla="*/ 2068 h 2555"/>
                <a:gd name="T68" fmla="*/ 2234 w 2793"/>
                <a:gd name="T69" fmla="*/ 1992 h 2555"/>
                <a:gd name="T70" fmla="*/ 2102 w 2793"/>
                <a:gd name="T71" fmla="*/ 1893 h 2555"/>
                <a:gd name="T72" fmla="*/ 1912 w 2793"/>
                <a:gd name="T73" fmla="*/ 1792 h 2555"/>
                <a:gd name="T74" fmla="*/ 1662 w 2793"/>
                <a:gd name="T75" fmla="*/ 1706 h 2555"/>
                <a:gd name="T76" fmla="*/ 1347 w 2793"/>
                <a:gd name="T77" fmla="*/ 1653 h 2555"/>
                <a:gd name="T78" fmla="*/ 1325 w 2793"/>
                <a:gd name="T79" fmla="*/ 2437 h 2555"/>
                <a:gd name="T80" fmla="*/ 1320 w 2793"/>
                <a:gd name="T81" fmla="*/ 2511 h 2555"/>
                <a:gd name="T82" fmla="*/ 1262 w 2793"/>
                <a:gd name="T83" fmla="*/ 2554 h 2555"/>
                <a:gd name="T84" fmla="*/ 1190 w 2793"/>
                <a:gd name="T85" fmla="*/ 2535 h 2555"/>
                <a:gd name="T86" fmla="*/ 487 w 2793"/>
                <a:gd name="T87" fmla="*/ 1646 h 2555"/>
                <a:gd name="T88" fmla="*/ 273 w 2793"/>
                <a:gd name="T89" fmla="*/ 1596 h 2555"/>
                <a:gd name="T90" fmla="*/ 107 w 2793"/>
                <a:gd name="T91" fmla="*/ 1463 h 2555"/>
                <a:gd name="T92" fmla="*/ 12 w 2793"/>
                <a:gd name="T93" fmla="*/ 1271 h 2555"/>
                <a:gd name="T94" fmla="*/ 3 w 2793"/>
                <a:gd name="T95" fmla="*/ 922 h 2555"/>
                <a:gd name="T96" fmla="*/ 75 w 2793"/>
                <a:gd name="T97" fmla="*/ 718 h 2555"/>
                <a:gd name="T98" fmla="*/ 226 w 2793"/>
                <a:gd name="T99" fmla="*/ 568 h 2555"/>
                <a:gd name="T100" fmla="*/ 431 w 2793"/>
                <a:gd name="T101" fmla="*/ 495 h 2555"/>
                <a:gd name="T102" fmla="*/ 1234 w 2793"/>
                <a:gd name="T103" fmla="*/ 490 h 2555"/>
                <a:gd name="T104" fmla="*/ 1388 w 2793"/>
                <a:gd name="T105" fmla="*/ 473 h 2555"/>
                <a:gd name="T106" fmla="*/ 1574 w 2793"/>
                <a:gd name="T107" fmla="*/ 429 h 2555"/>
                <a:gd name="T108" fmla="*/ 1794 w 2793"/>
                <a:gd name="T109" fmla="*/ 345 h 2555"/>
                <a:gd name="T110" fmla="*/ 2056 w 2793"/>
                <a:gd name="T111" fmla="*/ 211 h 2555"/>
                <a:gd name="T112" fmla="*/ 2364 w 2793"/>
                <a:gd name="T113" fmla="*/ 15 h 25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793" h="2555">
                  <a:moveTo>
                    <a:pt x="2499" y="878"/>
                  </a:moveTo>
                  <a:lnTo>
                    <a:pt x="2499" y="1261"/>
                  </a:lnTo>
                  <a:lnTo>
                    <a:pt x="2530" y="1244"/>
                  </a:lnTo>
                  <a:lnTo>
                    <a:pt x="2556" y="1224"/>
                  </a:lnTo>
                  <a:lnTo>
                    <a:pt x="2579" y="1199"/>
                  </a:lnTo>
                  <a:lnTo>
                    <a:pt x="2598" y="1170"/>
                  </a:lnTo>
                  <a:lnTo>
                    <a:pt x="2612" y="1139"/>
                  </a:lnTo>
                  <a:lnTo>
                    <a:pt x="2621" y="1105"/>
                  </a:lnTo>
                  <a:lnTo>
                    <a:pt x="2624" y="1070"/>
                  </a:lnTo>
                  <a:lnTo>
                    <a:pt x="2621" y="1034"/>
                  </a:lnTo>
                  <a:lnTo>
                    <a:pt x="2612" y="1000"/>
                  </a:lnTo>
                  <a:lnTo>
                    <a:pt x="2598" y="969"/>
                  </a:lnTo>
                  <a:lnTo>
                    <a:pt x="2579" y="940"/>
                  </a:lnTo>
                  <a:lnTo>
                    <a:pt x="2556" y="915"/>
                  </a:lnTo>
                  <a:lnTo>
                    <a:pt x="2530" y="894"/>
                  </a:lnTo>
                  <a:lnTo>
                    <a:pt x="2499" y="878"/>
                  </a:lnTo>
                  <a:close/>
                  <a:moveTo>
                    <a:pt x="487" y="662"/>
                  </a:moveTo>
                  <a:lnTo>
                    <a:pt x="444" y="665"/>
                  </a:lnTo>
                  <a:lnTo>
                    <a:pt x="403" y="673"/>
                  </a:lnTo>
                  <a:lnTo>
                    <a:pt x="364" y="687"/>
                  </a:lnTo>
                  <a:lnTo>
                    <a:pt x="328" y="705"/>
                  </a:lnTo>
                  <a:lnTo>
                    <a:pt x="293" y="728"/>
                  </a:lnTo>
                  <a:lnTo>
                    <a:pt x="264" y="755"/>
                  </a:lnTo>
                  <a:lnTo>
                    <a:pt x="237" y="785"/>
                  </a:lnTo>
                  <a:lnTo>
                    <a:pt x="214" y="819"/>
                  </a:lnTo>
                  <a:lnTo>
                    <a:pt x="195" y="855"/>
                  </a:lnTo>
                  <a:lnTo>
                    <a:pt x="182" y="894"/>
                  </a:lnTo>
                  <a:lnTo>
                    <a:pt x="174" y="936"/>
                  </a:lnTo>
                  <a:lnTo>
                    <a:pt x="171" y="979"/>
                  </a:lnTo>
                  <a:lnTo>
                    <a:pt x="171" y="1160"/>
                  </a:lnTo>
                  <a:lnTo>
                    <a:pt x="174" y="1202"/>
                  </a:lnTo>
                  <a:lnTo>
                    <a:pt x="182" y="1243"/>
                  </a:lnTo>
                  <a:lnTo>
                    <a:pt x="195" y="1283"/>
                  </a:lnTo>
                  <a:lnTo>
                    <a:pt x="214" y="1319"/>
                  </a:lnTo>
                  <a:lnTo>
                    <a:pt x="237" y="1353"/>
                  </a:lnTo>
                  <a:lnTo>
                    <a:pt x="264" y="1383"/>
                  </a:lnTo>
                  <a:lnTo>
                    <a:pt x="293" y="1410"/>
                  </a:lnTo>
                  <a:lnTo>
                    <a:pt x="328" y="1432"/>
                  </a:lnTo>
                  <a:lnTo>
                    <a:pt x="364" y="1451"/>
                  </a:lnTo>
                  <a:lnTo>
                    <a:pt x="403" y="1464"/>
                  </a:lnTo>
                  <a:lnTo>
                    <a:pt x="444" y="1473"/>
                  </a:lnTo>
                  <a:lnTo>
                    <a:pt x="487" y="1476"/>
                  </a:lnTo>
                  <a:lnTo>
                    <a:pt x="785" y="1476"/>
                  </a:lnTo>
                  <a:lnTo>
                    <a:pt x="785" y="662"/>
                  </a:lnTo>
                  <a:lnTo>
                    <a:pt x="487" y="662"/>
                  </a:lnTo>
                  <a:close/>
                  <a:moveTo>
                    <a:pt x="2328" y="245"/>
                  </a:moveTo>
                  <a:lnTo>
                    <a:pt x="2244" y="297"/>
                  </a:lnTo>
                  <a:lnTo>
                    <a:pt x="2164" y="346"/>
                  </a:lnTo>
                  <a:lnTo>
                    <a:pt x="2086" y="389"/>
                  </a:lnTo>
                  <a:lnTo>
                    <a:pt x="2012" y="430"/>
                  </a:lnTo>
                  <a:lnTo>
                    <a:pt x="1941" y="465"/>
                  </a:lnTo>
                  <a:lnTo>
                    <a:pt x="1871" y="497"/>
                  </a:lnTo>
                  <a:lnTo>
                    <a:pt x="1805" y="526"/>
                  </a:lnTo>
                  <a:lnTo>
                    <a:pt x="1742" y="550"/>
                  </a:lnTo>
                  <a:lnTo>
                    <a:pt x="1682" y="572"/>
                  </a:lnTo>
                  <a:lnTo>
                    <a:pt x="1624" y="591"/>
                  </a:lnTo>
                  <a:lnTo>
                    <a:pt x="1569" y="607"/>
                  </a:lnTo>
                  <a:lnTo>
                    <a:pt x="1516" y="621"/>
                  </a:lnTo>
                  <a:lnTo>
                    <a:pt x="1464" y="632"/>
                  </a:lnTo>
                  <a:lnTo>
                    <a:pt x="1416" y="641"/>
                  </a:lnTo>
                  <a:lnTo>
                    <a:pt x="1369" y="648"/>
                  </a:lnTo>
                  <a:lnTo>
                    <a:pt x="1325" y="654"/>
                  </a:lnTo>
                  <a:lnTo>
                    <a:pt x="1282" y="658"/>
                  </a:lnTo>
                  <a:lnTo>
                    <a:pt x="1241" y="660"/>
                  </a:lnTo>
                  <a:lnTo>
                    <a:pt x="1203" y="662"/>
                  </a:lnTo>
                  <a:lnTo>
                    <a:pt x="1165" y="662"/>
                  </a:lnTo>
                  <a:lnTo>
                    <a:pt x="955" y="662"/>
                  </a:lnTo>
                  <a:lnTo>
                    <a:pt x="955" y="1476"/>
                  </a:lnTo>
                  <a:lnTo>
                    <a:pt x="1165" y="1476"/>
                  </a:lnTo>
                  <a:lnTo>
                    <a:pt x="1259" y="1478"/>
                  </a:lnTo>
                  <a:lnTo>
                    <a:pt x="1347" y="1483"/>
                  </a:lnTo>
                  <a:lnTo>
                    <a:pt x="1433" y="1491"/>
                  </a:lnTo>
                  <a:lnTo>
                    <a:pt x="1515" y="1502"/>
                  </a:lnTo>
                  <a:lnTo>
                    <a:pt x="1593" y="1516"/>
                  </a:lnTo>
                  <a:lnTo>
                    <a:pt x="1669" y="1531"/>
                  </a:lnTo>
                  <a:lnTo>
                    <a:pt x="1739" y="1550"/>
                  </a:lnTo>
                  <a:lnTo>
                    <a:pt x="1807" y="1571"/>
                  </a:lnTo>
                  <a:lnTo>
                    <a:pt x="1871" y="1592"/>
                  </a:lnTo>
                  <a:lnTo>
                    <a:pt x="1931" y="1615"/>
                  </a:lnTo>
                  <a:lnTo>
                    <a:pt x="1989" y="1640"/>
                  </a:lnTo>
                  <a:lnTo>
                    <a:pt x="2043" y="1666"/>
                  </a:lnTo>
                  <a:lnTo>
                    <a:pt x="2094" y="1691"/>
                  </a:lnTo>
                  <a:lnTo>
                    <a:pt x="2140" y="1718"/>
                  </a:lnTo>
                  <a:lnTo>
                    <a:pt x="2184" y="1744"/>
                  </a:lnTo>
                  <a:lnTo>
                    <a:pt x="2225" y="1771"/>
                  </a:lnTo>
                  <a:lnTo>
                    <a:pt x="2263" y="1798"/>
                  </a:lnTo>
                  <a:lnTo>
                    <a:pt x="2297" y="1824"/>
                  </a:lnTo>
                  <a:lnTo>
                    <a:pt x="2328" y="1848"/>
                  </a:lnTo>
                  <a:lnTo>
                    <a:pt x="2328" y="245"/>
                  </a:lnTo>
                  <a:close/>
                  <a:moveTo>
                    <a:pt x="2418" y="0"/>
                  </a:moveTo>
                  <a:lnTo>
                    <a:pt x="2436" y="3"/>
                  </a:lnTo>
                  <a:lnTo>
                    <a:pt x="2453" y="9"/>
                  </a:lnTo>
                  <a:lnTo>
                    <a:pt x="2469" y="20"/>
                  </a:lnTo>
                  <a:lnTo>
                    <a:pt x="2482" y="33"/>
                  </a:lnTo>
                  <a:lnTo>
                    <a:pt x="2491" y="49"/>
                  </a:lnTo>
                  <a:lnTo>
                    <a:pt x="2497" y="66"/>
                  </a:lnTo>
                  <a:lnTo>
                    <a:pt x="2499" y="85"/>
                  </a:lnTo>
                  <a:lnTo>
                    <a:pt x="2499" y="699"/>
                  </a:lnTo>
                  <a:lnTo>
                    <a:pt x="2544" y="713"/>
                  </a:lnTo>
                  <a:lnTo>
                    <a:pt x="2586" y="730"/>
                  </a:lnTo>
                  <a:lnTo>
                    <a:pt x="2626" y="754"/>
                  </a:lnTo>
                  <a:lnTo>
                    <a:pt x="2663" y="782"/>
                  </a:lnTo>
                  <a:lnTo>
                    <a:pt x="2695" y="814"/>
                  </a:lnTo>
                  <a:lnTo>
                    <a:pt x="2724" y="849"/>
                  </a:lnTo>
                  <a:lnTo>
                    <a:pt x="2749" y="888"/>
                  </a:lnTo>
                  <a:lnTo>
                    <a:pt x="2767" y="929"/>
                  </a:lnTo>
                  <a:lnTo>
                    <a:pt x="2782" y="975"/>
                  </a:lnTo>
                  <a:lnTo>
                    <a:pt x="2791" y="1021"/>
                  </a:lnTo>
                  <a:lnTo>
                    <a:pt x="2793" y="1070"/>
                  </a:lnTo>
                  <a:lnTo>
                    <a:pt x="2790" y="1118"/>
                  </a:lnTo>
                  <a:lnTo>
                    <a:pt x="2782" y="1165"/>
                  </a:lnTo>
                  <a:lnTo>
                    <a:pt x="2767" y="1209"/>
                  </a:lnTo>
                  <a:lnTo>
                    <a:pt x="2748" y="1251"/>
                  </a:lnTo>
                  <a:lnTo>
                    <a:pt x="2723" y="1290"/>
                  </a:lnTo>
                  <a:lnTo>
                    <a:pt x="2695" y="1326"/>
                  </a:lnTo>
                  <a:lnTo>
                    <a:pt x="2662" y="1357"/>
                  </a:lnTo>
                  <a:lnTo>
                    <a:pt x="2626" y="1385"/>
                  </a:lnTo>
                  <a:lnTo>
                    <a:pt x="2585" y="1408"/>
                  </a:lnTo>
                  <a:lnTo>
                    <a:pt x="2543" y="1427"/>
                  </a:lnTo>
                  <a:lnTo>
                    <a:pt x="2499" y="1441"/>
                  </a:lnTo>
                  <a:lnTo>
                    <a:pt x="2499" y="2054"/>
                  </a:lnTo>
                  <a:lnTo>
                    <a:pt x="2496" y="2075"/>
                  </a:lnTo>
                  <a:lnTo>
                    <a:pt x="2488" y="2094"/>
                  </a:lnTo>
                  <a:lnTo>
                    <a:pt x="2476" y="2112"/>
                  </a:lnTo>
                  <a:lnTo>
                    <a:pt x="2459" y="2125"/>
                  </a:lnTo>
                  <a:lnTo>
                    <a:pt x="2440" y="2134"/>
                  </a:lnTo>
                  <a:lnTo>
                    <a:pt x="2427" y="2138"/>
                  </a:lnTo>
                  <a:lnTo>
                    <a:pt x="2414" y="2139"/>
                  </a:lnTo>
                  <a:lnTo>
                    <a:pt x="2394" y="2136"/>
                  </a:lnTo>
                  <a:lnTo>
                    <a:pt x="2376" y="2129"/>
                  </a:lnTo>
                  <a:lnTo>
                    <a:pt x="2359" y="2119"/>
                  </a:lnTo>
                  <a:lnTo>
                    <a:pt x="2346" y="2103"/>
                  </a:lnTo>
                  <a:lnTo>
                    <a:pt x="2343" y="2099"/>
                  </a:lnTo>
                  <a:lnTo>
                    <a:pt x="2336" y="2092"/>
                  </a:lnTo>
                  <a:lnTo>
                    <a:pt x="2327" y="2082"/>
                  </a:lnTo>
                  <a:lnTo>
                    <a:pt x="2315" y="2068"/>
                  </a:lnTo>
                  <a:lnTo>
                    <a:pt x="2299" y="2052"/>
                  </a:lnTo>
                  <a:lnTo>
                    <a:pt x="2281" y="2033"/>
                  </a:lnTo>
                  <a:lnTo>
                    <a:pt x="2260" y="2014"/>
                  </a:lnTo>
                  <a:lnTo>
                    <a:pt x="2234" y="1992"/>
                  </a:lnTo>
                  <a:lnTo>
                    <a:pt x="2206" y="1968"/>
                  </a:lnTo>
                  <a:lnTo>
                    <a:pt x="2175" y="1943"/>
                  </a:lnTo>
                  <a:lnTo>
                    <a:pt x="2140" y="1919"/>
                  </a:lnTo>
                  <a:lnTo>
                    <a:pt x="2102" y="1893"/>
                  </a:lnTo>
                  <a:lnTo>
                    <a:pt x="2059" y="1867"/>
                  </a:lnTo>
                  <a:lnTo>
                    <a:pt x="2014" y="1841"/>
                  </a:lnTo>
                  <a:lnTo>
                    <a:pt x="1964" y="1816"/>
                  </a:lnTo>
                  <a:lnTo>
                    <a:pt x="1912" y="1792"/>
                  </a:lnTo>
                  <a:lnTo>
                    <a:pt x="1855" y="1768"/>
                  </a:lnTo>
                  <a:lnTo>
                    <a:pt x="1794" y="1745"/>
                  </a:lnTo>
                  <a:lnTo>
                    <a:pt x="1730" y="1724"/>
                  </a:lnTo>
                  <a:lnTo>
                    <a:pt x="1662" y="1706"/>
                  </a:lnTo>
                  <a:lnTo>
                    <a:pt x="1589" y="1688"/>
                  </a:lnTo>
                  <a:lnTo>
                    <a:pt x="1513" y="1674"/>
                  </a:lnTo>
                  <a:lnTo>
                    <a:pt x="1432" y="1663"/>
                  </a:lnTo>
                  <a:lnTo>
                    <a:pt x="1347" y="1653"/>
                  </a:lnTo>
                  <a:lnTo>
                    <a:pt x="1259" y="1648"/>
                  </a:lnTo>
                  <a:lnTo>
                    <a:pt x="1165" y="1646"/>
                  </a:lnTo>
                  <a:lnTo>
                    <a:pt x="997" y="1646"/>
                  </a:lnTo>
                  <a:lnTo>
                    <a:pt x="1325" y="2437"/>
                  </a:lnTo>
                  <a:lnTo>
                    <a:pt x="1330" y="2457"/>
                  </a:lnTo>
                  <a:lnTo>
                    <a:pt x="1330" y="2475"/>
                  </a:lnTo>
                  <a:lnTo>
                    <a:pt x="1327" y="2494"/>
                  </a:lnTo>
                  <a:lnTo>
                    <a:pt x="1320" y="2511"/>
                  </a:lnTo>
                  <a:lnTo>
                    <a:pt x="1309" y="2527"/>
                  </a:lnTo>
                  <a:lnTo>
                    <a:pt x="1295" y="2539"/>
                  </a:lnTo>
                  <a:lnTo>
                    <a:pt x="1277" y="2549"/>
                  </a:lnTo>
                  <a:lnTo>
                    <a:pt x="1262" y="2554"/>
                  </a:lnTo>
                  <a:lnTo>
                    <a:pt x="1245" y="2555"/>
                  </a:lnTo>
                  <a:lnTo>
                    <a:pt x="1226" y="2553"/>
                  </a:lnTo>
                  <a:lnTo>
                    <a:pt x="1207" y="2545"/>
                  </a:lnTo>
                  <a:lnTo>
                    <a:pt x="1190" y="2535"/>
                  </a:lnTo>
                  <a:lnTo>
                    <a:pt x="1176" y="2521"/>
                  </a:lnTo>
                  <a:lnTo>
                    <a:pt x="1167" y="2502"/>
                  </a:lnTo>
                  <a:lnTo>
                    <a:pt x="813" y="1646"/>
                  </a:lnTo>
                  <a:lnTo>
                    <a:pt x="487" y="1646"/>
                  </a:lnTo>
                  <a:lnTo>
                    <a:pt x="431" y="1643"/>
                  </a:lnTo>
                  <a:lnTo>
                    <a:pt x="375" y="1634"/>
                  </a:lnTo>
                  <a:lnTo>
                    <a:pt x="323" y="1618"/>
                  </a:lnTo>
                  <a:lnTo>
                    <a:pt x="273" y="1596"/>
                  </a:lnTo>
                  <a:lnTo>
                    <a:pt x="226" y="1571"/>
                  </a:lnTo>
                  <a:lnTo>
                    <a:pt x="183" y="1539"/>
                  </a:lnTo>
                  <a:lnTo>
                    <a:pt x="143" y="1503"/>
                  </a:lnTo>
                  <a:lnTo>
                    <a:pt x="107" y="1463"/>
                  </a:lnTo>
                  <a:lnTo>
                    <a:pt x="75" y="1420"/>
                  </a:lnTo>
                  <a:lnTo>
                    <a:pt x="50" y="1373"/>
                  </a:lnTo>
                  <a:lnTo>
                    <a:pt x="29" y="1323"/>
                  </a:lnTo>
                  <a:lnTo>
                    <a:pt x="12" y="1271"/>
                  </a:lnTo>
                  <a:lnTo>
                    <a:pt x="3" y="1216"/>
                  </a:lnTo>
                  <a:lnTo>
                    <a:pt x="0" y="1160"/>
                  </a:lnTo>
                  <a:lnTo>
                    <a:pt x="0" y="979"/>
                  </a:lnTo>
                  <a:lnTo>
                    <a:pt x="3" y="922"/>
                  </a:lnTo>
                  <a:lnTo>
                    <a:pt x="12" y="867"/>
                  </a:lnTo>
                  <a:lnTo>
                    <a:pt x="29" y="815"/>
                  </a:lnTo>
                  <a:lnTo>
                    <a:pt x="50" y="764"/>
                  </a:lnTo>
                  <a:lnTo>
                    <a:pt x="75" y="718"/>
                  </a:lnTo>
                  <a:lnTo>
                    <a:pt x="107" y="674"/>
                  </a:lnTo>
                  <a:lnTo>
                    <a:pt x="143" y="634"/>
                  </a:lnTo>
                  <a:lnTo>
                    <a:pt x="183" y="599"/>
                  </a:lnTo>
                  <a:lnTo>
                    <a:pt x="226" y="568"/>
                  </a:lnTo>
                  <a:lnTo>
                    <a:pt x="273" y="541"/>
                  </a:lnTo>
                  <a:lnTo>
                    <a:pt x="323" y="520"/>
                  </a:lnTo>
                  <a:lnTo>
                    <a:pt x="375" y="505"/>
                  </a:lnTo>
                  <a:lnTo>
                    <a:pt x="431" y="495"/>
                  </a:lnTo>
                  <a:lnTo>
                    <a:pt x="487" y="492"/>
                  </a:lnTo>
                  <a:lnTo>
                    <a:pt x="1166" y="492"/>
                  </a:lnTo>
                  <a:lnTo>
                    <a:pt x="1199" y="492"/>
                  </a:lnTo>
                  <a:lnTo>
                    <a:pt x="1234" y="490"/>
                  </a:lnTo>
                  <a:lnTo>
                    <a:pt x="1269" y="487"/>
                  </a:lnTo>
                  <a:lnTo>
                    <a:pt x="1307" y="484"/>
                  </a:lnTo>
                  <a:lnTo>
                    <a:pt x="1346" y="479"/>
                  </a:lnTo>
                  <a:lnTo>
                    <a:pt x="1388" y="473"/>
                  </a:lnTo>
                  <a:lnTo>
                    <a:pt x="1431" y="465"/>
                  </a:lnTo>
                  <a:lnTo>
                    <a:pt x="1477" y="455"/>
                  </a:lnTo>
                  <a:lnTo>
                    <a:pt x="1524" y="443"/>
                  </a:lnTo>
                  <a:lnTo>
                    <a:pt x="1574" y="429"/>
                  </a:lnTo>
                  <a:lnTo>
                    <a:pt x="1625" y="412"/>
                  </a:lnTo>
                  <a:lnTo>
                    <a:pt x="1679" y="392"/>
                  </a:lnTo>
                  <a:lnTo>
                    <a:pt x="1735" y="370"/>
                  </a:lnTo>
                  <a:lnTo>
                    <a:pt x="1794" y="345"/>
                  </a:lnTo>
                  <a:lnTo>
                    <a:pt x="1856" y="317"/>
                  </a:lnTo>
                  <a:lnTo>
                    <a:pt x="1920" y="285"/>
                  </a:lnTo>
                  <a:lnTo>
                    <a:pt x="1987" y="250"/>
                  </a:lnTo>
                  <a:lnTo>
                    <a:pt x="2056" y="211"/>
                  </a:lnTo>
                  <a:lnTo>
                    <a:pt x="2129" y="168"/>
                  </a:lnTo>
                  <a:lnTo>
                    <a:pt x="2204" y="122"/>
                  </a:lnTo>
                  <a:lnTo>
                    <a:pt x="2283" y="70"/>
                  </a:lnTo>
                  <a:lnTo>
                    <a:pt x="2364" y="15"/>
                  </a:lnTo>
                  <a:lnTo>
                    <a:pt x="2382" y="6"/>
                  </a:lnTo>
                  <a:lnTo>
                    <a:pt x="2399" y="1"/>
                  </a:lnTo>
                  <a:lnTo>
                    <a:pt x="24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 sz="2400" noProof="0">
                <a:solidFill>
                  <a:srgbClr val="262626"/>
                </a:solidFill>
                <a:latin typeface="Roboto"/>
              </a:endParaRPr>
            </a:p>
          </p:txBody>
        </p:sp>
        <p:sp>
          <p:nvSpPr>
            <p:cNvPr id="37" name="Freeform 24"/>
            <p:cNvSpPr>
              <a:spLocks/>
            </p:cNvSpPr>
            <p:nvPr/>
          </p:nvSpPr>
          <p:spPr bwMode="auto">
            <a:xfrm>
              <a:off x="7237413" y="2625725"/>
              <a:ext cx="400050" cy="136525"/>
            </a:xfrm>
            <a:custGeom>
              <a:avLst/>
              <a:gdLst>
                <a:gd name="T0" fmla="*/ 85 w 505"/>
                <a:gd name="T1" fmla="*/ 0 h 172"/>
                <a:gd name="T2" fmla="*/ 419 w 505"/>
                <a:gd name="T3" fmla="*/ 0 h 172"/>
                <a:gd name="T4" fmla="*/ 442 w 505"/>
                <a:gd name="T5" fmla="*/ 3 h 172"/>
                <a:gd name="T6" fmla="*/ 463 w 505"/>
                <a:gd name="T7" fmla="*/ 11 h 172"/>
                <a:gd name="T8" fmla="*/ 479 w 505"/>
                <a:gd name="T9" fmla="*/ 25 h 172"/>
                <a:gd name="T10" fmla="*/ 493 w 505"/>
                <a:gd name="T11" fmla="*/ 42 h 172"/>
                <a:gd name="T12" fmla="*/ 502 w 505"/>
                <a:gd name="T13" fmla="*/ 62 h 172"/>
                <a:gd name="T14" fmla="*/ 505 w 505"/>
                <a:gd name="T15" fmla="*/ 86 h 172"/>
                <a:gd name="T16" fmla="*/ 502 w 505"/>
                <a:gd name="T17" fmla="*/ 109 h 172"/>
                <a:gd name="T18" fmla="*/ 493 w 505"/>
                <a:gd name="T19" fmla="*/ 129 h 172"/>
                <a:gd name="T20" fmla="*/ 479 w 505"/>
                <a:gd name="T21" fmla="*/ 146 h 172"/>
                <a:gd name="T22" fmla="*/ 463 w 505"/>
                <a:gd name="T23" fmla="*/ 159 h 172"/>
                <a:gd name="T24" fmla="*/ 442 w 505"/>
                <a:gd name="T25" fmla="*/ 168 h 172"/>
                <a:gd name="T26" fmla="*/ 419 w 505"/>
                <a:gd name="T27" fmla="*/ 172 h 172"/>
                <a:gd name="T28" fmla="*/ 85 w 505"/>
                <a:gd name="T29" fmla="*/ 172 h 172"/>
                <a:gd name="T30" fmla="*/ 63 w 505"/>
                <a:gd name="T31" fmla="*/ 168 h 172"/>
                <a:gd name="T32" fmla="*/ 42 w 505"/>
                <a:gd name="T33" fmla="*/ 159 h 172"/>
                <a:gd name="T34" fmla="*/ 26 w 505"/>
                <a:gd name="T35" fmla="*/ 146 h 172"/>
                <a:gd name="T36" fmla="*/ 12 w 505"/>
                <a:gd name="T37" fmla="*/ 129 h 172"/>
                <a:gd name="T38" fmla="*/ 3 w 505"/>
                <a:gd name="T39" fmla="*/ 109 h 172"/>
                <a:gd name="T40" fmla="*/ 0 w 505"/>
                <a:gd name="T41" fmla="*/ 86 h 172"/>
                <a:gd name="T42" fmla="*/ 3 w 505"/>
                <a:gd name="T43" fmla="*/ 63 h 172"/>
                <a:gd name="T44" fmla="*/ 12 w 505"/>
                <a:gd name="T45" fmla="*/ 42 h 172"/>
                <a:gd name="T46" fmla="*/ 26 w 505"/>
                <a:gd name="T47" fmla="*/ 25 h 172"/>
                <a:gd name="T48" fmla="*/ 42 w 505"/>
                <a:gd name="T49" fmla="*/ 11 h 172"/>
                <a:gd name="T50" fmla="*/ 63 w 505"/>
                <a:gd name="T51" fmla="*/ 3 h 172"/>
                <a:gd name="T52" fmla="*/ 85 w 505"/>
                <a:gd name="T53" fmla="*/ 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05" h="172">
                  <a:moveTo>
                    <a:pt x="85" y="0"/>
                  </a:moveTo>
                  <a:lnTo>
                    <a:pt x="419" y="0"/>
                  </a:lnTo>
                  <a:lnTo>
                    <a:pt x="442" y="3"/>
                  </a:lnTo>
                  <a:lnTo>
                    <a:pt x="463" y="11"/>
                  </a:lnTo>
                  <a:lnTo>
                    <a:pt x="479" y="25"/>
                  </a:lnTo>
                  <a:lnTo>
                    <a:pt x="493" y="42"/>
                  </a:lnTo>
                  <a:lnTo>
                    <a:pt x="502" y="62"/>
                  </a:lnTo>
                  <a:lnTo>
                    <a:pt x="505" y="86"/>
                  </a:lnTo>
                  <a:lnTo>
                    <a:pt x="502" y="109"/>
                  </a:lnTo>
                  <a:lnTo>
                    <a:pt x="493" y="129"/>
                  </a:lnTo>
                  <a:lnTo>
                    <a:pt x="479" y="146"/>
                  </a:lnTo>
                  <a:lnTo>
                    <a:pt x="463" y="159"/>
                  </a:lnTo>
                  <a:lnTo>
                    <a:pt x="442" y="168"/>
                  </a:lnTo>
                  <a:lnTo>
                    <a:pt x="419" y="172"/>
                  </a:lnTo>
                  <a:lnTo>
                    <a:pt x="85" y="172"/>
                  </a:lnTo>
                  <a:lnTo>
                    <a:pt x="63" y="168"/>
                  </a:lnTo>
                  <a:lnTo>
                    <a:pt x="42" y="159"/>
                  </a:lnTo>
                  <a:lnTo>
                    <a:pt x="26" y="146"/>
                  </a:lnTo>
                  <a:lnTo>
                    <a:pt x="12" y="129"/>
                  </a:lnTo>
                  <a:lnTo>
                    <a:pt x="3" y="109"/>
                  </a:lnTo>
                  <a:lnTo>
                    <a:pt x="0" y="86"/>
                  </a:lnTo>
                  <a:lnTo>
                    <a:pt x="3" y="63"/>
                  </a:lnTo>
                  <a:lnTo>
                    <a:pt x="12" y="42"/>
                  </a:lnTo>
                  <a:lnTo>
                    <a:pt x="26" y="25"/>
                  </a:lnTo>
                  <a:lnTo>
                    <a:pt x="42" y="11"/>
                  </a:lnTo>
                  <a:lnTo>
                    <a:pt x="63" y="3"/>
                  </a:lnTo>
                  <a:lnTo>
                    <a:pt x="8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 sz="2400" noProof="0">
                <a:solidFill>
                  <a:srgbClr val="262626"/>
                </a:solidFill>
                <a:latin typeface="Roboto"/>
              </a:endParaRPr>
            </a:p>
          </p:txBody>
        </p:sp>
        <p:sp>
          <p:nvSpPr>
            <p:cNvPr id="38" name="Freeform 25"/>
            <p:cNvSpPr>
              <a:spLocks/>
            </p:cNvSpPr>
            <p:nvPr/>
          </p:nvSpPr>
          <p:spPr bwMode="auto">
            <a:xfrm>
              <a:off x="7207250" y="2290763"/>
              <a:ext cx="390525" cy="236538"/>
            </a:xfrm>
            <a:custGeom>
              <a:avLst/>
              <a:gdLst>
                <a:gd name="T0" fmla="*/ 415 w 492"/>
                <a:gd name="T1" fmla="*/ 0 h 296"/>
                <a:gd name="T2" fmla="*/ 432 w 492"/>
                <a:gd name="T3" fmla="*/ 3 h 296"/>
                <a:gd name="T4" fmla="*/ 450 w 492"/>
                <a:gd name="T5" fmla="*/ 10 h 296"/>
                <a:gd name="T6" fmla="*/ 465 w 492"/>
                <a:gd name="T7" fmla="*/ 21 h 296"/>
                <a:gd name="T8" fmla="*/ 478 w 492"/>
                <a:gd name="T9" fmla="*/ 36 h 296"/>
                <a:gd name="T10" fmla="*/ 487 w 492"/>
                <a:gd name="T11" fmla="*/ 53 h 296"/>
                <a:gd name="T12" fmla="*/ 492 w 492"/>
                <a:gd name="T13" fmla="*/ 72 h 296"/>
                <a:gd name="T14" fmla="*/ 492 w 492"/>
                <a:gd name="T15" fmla="*/ 92 h 296"/>
                <a:gd name="T16" fmla="*/ 489 w 492"/>
                <a:gd name="T17" fmla="*/ 109 h 296"/>
                <a:gd name="T18" fmla="*/ 482 w 492"/>
                <a:gd name="T19" fmla="*/ 127 h 296"/>
                <a:gd name="T20" fmla="*/ 471 w 492"/>
                <a:gd name="T21" fmla="*/ 142 h 296"/>
                <a:gd name="T22" fmla="*/ 456 w 492"/>
                <a:gd name="T23" fmla="*/ 155 h 296"/>
                <a:gd name="T24" fmla="*/ 439 w 492"/>
                <a:gd name="T25" fmla="*/ 164 h 296"/>
                <a:gd name="T26" fmla="*/ 116 w 492"/>
                <a:gd name="T27" fmla="*/ 290 h 296"/>
                <a:gd name="T28" fmla="*/ 101 w 492"/>
                <a:gd name="T29" fmla="*/ 294 h 296"/>
                <a:gd name="T30" fmla="*/ 85 w 492"/>
                <a:gd name="T31" fmla="*/ 296 h 296"/>
                <a:gd name="T32" fmla="*/ 65 w 492"/>
                <a:gd name="T33" fmla="*/ 293 h 296"/>
                <a:gd name="T34" fmla="*/ 46 w 492"/>
                <a:gd name="T35" fmla="*/ 287 h 296"/>
                <a:gd name="T36" fmla="*/ 29 w 492"/>
                <a:gd name="T37" fmla="*/ 275 h 296"/>
                <a:gd name="T38" fmla="*/ 15 w 492"/>
                <a:gd name="T39" fmla="*/ 260 h 296"/>
                <a:gd name="T40" fmla="*/ 6 w 492"/>
                <a:gd name="T41" fmla="*/ 241 h 296"/>
                <a:gd name="T42" fmla="*/ 0 w 492"/>
                <a:gd name="T43" fmla="*/ 223 h 296"/>
                <a:gd name="T44" fmla="*/ 0 w 492"/>
                <a:gd name="T45" fmla="*/ 203 h 296"/>
                <a:gd name="T46" fmla="*/ 4 w 492"/>
                <a:gd name="T47" fmla="*/ 186 h 296"/>
                <a:gd name="T48" fmla="*/ 11 w 492"/>
                <a:gd name="T49" fmla="*/ 168 h 296"/>
                <a:gd name="T50" fmla="*/ 22 w 492"/>
                <a:gd name="T51" fmla="*/ 154 h 296"/>
                <a:gd name="T52" fmla="*/ 37 w 492"/>
                <a:gd name="T53" fmla="*/ 141 h 296"/>
                <a:gd name="T54" fmla="*/ 53 w 492"/>
                <a:gd name="T55" fmla="*/ 132 h 296"/>
                <a:gd name="T56" fmla="*/ 377 w 492"/>
                <a:gd name="T57" fmla="*/ 5 h 296"/>
                <a:gd name="T58" fmla="*/ 395 w 492"/>
                <a:gd name="T59" fmla="*/ 0 h 296"/>
                <a:gd name="T60" fmla="*/ 415 w 492"/>
                <a:gd name="T61" fmla="*/ 0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92" h="296">
                  <a:moveTo>
                    <a:pt x="415" y="0"/>
                  </a:moveTo>
                  <a:lnTo>
                    <a:pt x="432" y="3"/>
                  </a:lnTo>
                  <a:lnTo>
                    <a:pt x="450" y="10"/>
                  </a:lnTo>
                  <a:lnTo>
                    <a:pt x="465" y="21"/>
                  </a:lnTo>
                  <a:lnTo>
                    <a:pt x="478" y="36"/>
                  </a:lnTo>
                  <a:lnTo>
                    <a:pt x="487" y="53"/>
                  </a:lnTo>
                  <a:lnTo>
                    <a:pt x="492" y="72"/>
                  </a:lnTo>
                  <a:lnTo>
                    <a:pt x="492" y="92"/>
                  </a:lnTo>
                  <a:lnTo>
                    <a:pt x="489" y="109"/>
                  </a:lnTo>
                  <a:lnTo>
                    <a:pt x="482" y="127"/>
                  </a:lnTo>
                  <a:lnTo>
                    <a:pt x="471" y="142"/>
                  </a:lnTo>
                  <a:lnTo>
                    <a:pt x="456" y="155"/>
                  </a:lnTo>
                  <a:lnTo>
                    <a:pt x="439" y="164"/>
                  </a:lnTo>
                  <a:lnTo>
                    <a:pt x="116" y="290"/>
                  </a:lnTo>
                  <a:lnTo>
                    <a:pt x="101" y="294"/>
                  </a:lnTo>
                  <a:lnTo>
                    <a:pt x="85" y="296"/>
                  </a:lnTo>
                  <a:lnTo>
                    <a:pt x="65" y="293"/>
                  </a:lnTo>
                  <a:lnTo>
                    <a:pt x="46" y="287"/>
                  </a:lnTo>
                  <a:lnTo>
                    <a:pt x="29" y="275"/>
                  </a:lnTo>
                  <a:lnTo>
                    <a:pt x="15" y="260"/>
                  </a:lnTo>
                  <a:lnTo>
                    <a:pt x="6" y="241"/>
                  </a:lnTo>
                  <a:lnTo>
                    <a:pt x="0" y="223"/>
                  </a:lnTo>
                  <a:lnTo>
                    <a:pt x="0" y="203"/>
                  </a:lnTo>
                  <a:lnTo>
                    <a:pt x="4" y="186"/>
                  </a:lnTo>
                  <a:lnTo>
                    <a:pt x="11" y="168"/>
                  </a:lnTo>
                  <a:lnTo>
                    <a:pt x="22" y="154"/>
                  </a:lnTo>
                  <a:lnTo>
                    <a:pt x="37" y="141"/>
                  </a:lnTo>
                  <a:lnTo>
                    <a:pt x="53" y="132"/>
                  </a:lnTo>
                  <a:lnTo>
                    <a:pt x="377" y="5"/>
                  </a:lnTo>
                  <a:lnTo>
                    <a:pt x="395" y="0"/>
                  </a:lnTo>
                  <a:lnTo>
                    <a:pt x="4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 sz="2400" noProof="0">
                <a:solidFill>
                  <a:srgbClr val="262626"/>
                </a:solidFill>
                <a:latin typeface="Roboto"/>
              </a:endParaRPr>
            </a:p>
          </p:txBody>
        </p:sp>
        <p:sp>
          <p:nvSpPr>
            <p:cNvPr id="39" name="Freeform 26"/>
            <p:cNvSpPr>
              <a:spLocks/>
            </p:cNvSpPr>
            <p:nvPr/>
          </p:nvSpPr>
          <p:spPr bwMode="auto">
            <a:xfrm>
              <a:off x="7207250" y="2859088"/>
              <a:ext cx="390525" cy="234950"/>
            </a:xfrm>
            <a:custGeom>
              <a:avLst/>
              <a:gdLst>
                <a:gd name="T0" fmla="*/ 79 w 493"/>
                <a:gd name="T1" fmla="*/ 0 h 297"/>
                <a:gd name="T2" fmla="*/ 98 w 493"/>
                <a:gd name="T3" fmla="*/ 1 h 297"/>
                <a:gd name="T4" fmla="*/ 117 w 493"/>
                <a:gd name="T5" fmla="*/ 7 h 297"/>
                <a:gd name="T6" fmla="*/ 440 w 493"/>
                <a:gd name="T7" fmla="*/ 133 h 297"/>
                <a:gd name="T8" fmla="*/ 457 w 493"/>
                <a:gd name="T9" fmla="*/ 142 h 297"/>
                <a:gd name="T10" fmla="*/ 472 w 493"/>
                <a:gd name="T11" fmla="*/ 155 h 297"/>
                <a:gd name="T12" fmla="*/ 483 w 493"/>
                <a:gd name="T13" fmla="*/ 170 h 297"/>
                <a:gd name="T14" fmla="*/ 490 w 493"/>
                <a:gd name="T15" fmla="*/ 187 h 297"/>
                <a:gd name="T16" fmla="*/ 493 w 493"/>
                <a:gd name="T17" fmla="*/ 205 h 297"/>
                <a:gd name="T18" fmla="*/ 493 w 493"/>
                <a:gd name="T19" fmla="*/ 224 h 297"/>
                <a:gd name="T20" fmla="*/ 488 w 493"/>
                <a:gd name="T21" fmla="*/ 243 h 297"/>
                <a:gd name="T22" fmla="*/ 478 w 493"/>
                <a:gd name="T23" fmla="*/ 262 h 297"/>
                <a:gd name="T24" fmla="*/ 464 w 493"/>
                <a:gd name="T25" fmla="*/ 276 h 297"/>
                <a:gd name="T26" fmla="*/ 448 w 493"/>
                <a:gd name="T27" fmla="*/ 287 h 297"/>
                <a:gd name="T28" fmla="*/ 428 w 493"/>
                <a:gd name="T29" fmla="*/ 295 h 297"/>
                <a:gd name="T30" fmla="*/ 409 w 493"/>
                <a:gd name="T31" fmla="*/ 297 h 297"/>
                <a:gd name="T32" fmla="*/ 393 w 493"/>
                <a:gd name="T33" fmla="*/ 296 h 297"/>
                <a:gd name="T34" fmla="*/ 378 w 493"/>
                <a:gd name="T35" fmla="*/ 292 h 297"/>
                <a:gd name="T36" fmla="*/ 54 w 493"/>
                <a:gd name="T37" fmla="*/ 165 h 297"/>
                <a:gd name="T38" fmla="*/ 37 w 493"/>
                <a:gd name="T39" fmla="*/ 155 h 297"/>
                <a:gd name="T40" fmla="*/ 22 w 493"/>
                <a:gd name="T41" fmla="*/ 143 h 297"/>
                <a:gd name="T42" fmla="*/ 12 w 493"/>
                <a:gd name="T43" fmla="*/ 128 h 297"/>
                <a:gd name="T44" fmla="*/ 5 w 493"/>
                <a:gd name="T45" fmla="*/ 111 h 297"/>
                <a:gd name="T46" fmla="*/ 0 w 493"/>
                <a:gd name="T47" fmla="*/ 92 h 297"/>
                <a:gd name="T48" fmla="*/ 1 w 493"/>
                <a:gd name="T49" fmla="*/ 74 h 297"/>
                <a:gd name="T50" fmla="*/ 7 w 493"/>
                <a:gd name="T51" fmla="*/ 54 h 297"/>
                <a:gd name="T52" fmla="*/ 16 w 493"/>
                <a:gd name="T53" fmla="*/ 38 h 297"/>
                <a:gd name="T54" fmla="*/ 28 w 493"/>
                <a:gd name="T55" fmla="*/ 23 h 297"/>
                <a:gd name="T56" fmla="*/ 44 w 493"/>
                <a:gd name="T57" fmla="*/ 12 h 297"/>
                <a:gd name="T58" fmla="*/ 60 w 493"/>
                <a:gd name="T59" fmla="*/ 5 h 297"/>
                <a:gd name="T60" fmla="*/ 79 w 493"/>
                <a:gd name="T61" fmla="*/ 0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93" h="297">
                  <a:moveTo>
                    <a:pt x="79" y="0"/>
                  </a:moveTo>
                  <a:lnTo>
                    <a:pt x="98" y="1"/>
                  </a:lnTo>
                  <a:lnTo>
                    <a:pt x="117" y="7"/>
                  </a:lnTo>
                  <a:lnTo>
                    <a:pt x="440" y="133"/>
                  </a:lnTo>
                  <a:lnTo>
                    <a:pt x="457" y="142"/>
                  </a:lnTo>
                  <a:lnTo>
                    <a:pt x="472" y="155"/>
                  </a:lnTo>
                  <a:lnTo>
                    <a:pt x="483" y="170"/>
                  </a:lnTo>
                  <a:lnTo>
                    <a:pt x="490" y="187"/>
                  </a:lnTo>
                  <a:lnTo>
                    <a:pt x="493" y="205"/>
                  </a:lnTo>
                  <a:lnTo>
                    <a:pt x="493" y="224"/>
                  </a:lnTo>
                  <a:lnTo>
                    <a:pt x="488" y="243"/>
                  </a:lnTo>
                  <a:lnTo>
                    <a:pt x="478" y="262"/>
                  </a:lnTo>
                  <a:lnTo>
                    <a:pt x="464" y="276"/>
                  </a:lnTo>
                  <a:lnTo>
                    <a:pt x="448" y="287"/>
                  </a:lnTo>
                  <a:lnTo>
                    <a:pt x="428" y="295"/>
                  </a:lnTo>
                  <a:lnTo>
                    <a:pt x="409" y="297"/>
                  </a:lnTo>
                  <a:lnTo>
                    <a:pt x="393" y="296"/>
                  </a:lnTo>
                  <a:lnTo>
                    <a:pt x="378" y="292"/>
                  </a:lnTo>
                  <a:lnTo>
                    <a:pt x="54" y="165"/>
                  </a:lnTo>
                  <a:lnTo>
                    <a:pt x="37" y="155"/>
                  </a:lnTo>
                  <a:lnTo>
                    <a:pt x="22" y="143"/>
                  </a:lnTo>
                  <a:lnTo>
                    <a:pt x="12" y="128"/>
                  </a:lnTo>
                  <a:lnTo>
                    <a:pt x="5" y="111"/>
                  </a:lnTo>
                  <a:lnTo>
                    <a:pt x="0" y="92"/>
                  </a:lnTo>
                  <a:lnTo>
                    <a:pt x="1" y="74"/>
                  </a:lnTo>
                  <a:lnTo>
                    <a:pt x="7" y="54"/>
                  </a:lnTo>
                  <a:lnTo>
                    <a:pt x="16" y="38"/>
                  </a:lnTo>
                  <a:lnTo>
                    <a:pt x="28" y="23"/>
                  </a:lnTo>
                  <a:lnTo>
                    <a:pt x="44" y="12"/>
                  </a:lnTo>
                  <a:lnTo>
                    <a:pt x="60" y="5"/>
                  </a:lnTo>
                  <a:lnTo>
                    <a:pt x="7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 sz="2400" noProof="0">
                <a:solidFill>
                  <a:srgbClr val="262626"/>
                </a:solidFill>
                <a:latin typeface="Roboto"/>
              </a:endParaRPr>
            </a:p>
          </p:txBody>
        </p:sp>
      </p:grpSp>
      <p:pic>
        <p:nvPicPr>
          <p:cNvPr id="4" name="Kép 3" descr="A képen szöveg, képernyőkép, szám látható&#10;&#10;Lehet, hogy az AI által létrehozott tartalom helytelen.">
            <a:extLst>
              <a:ext uri="{FF2B5EF4-FFF2-40B4-BE49-F238E27FC236}">
                <a16:creationId xmlns:a16="http://schemas.microsoft.com/office/drawing/2014/main" id="{657D75C9-673E-B3B6-6684-652687CB35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54" r="-205" b="13592"/>
          <a:stretch/>
        </p:blipFill>
        <p:spPr>
          <a:xfrm>
            <a:off x="6277413" y="1885363"/>
            <a:ext cx="4704549" cy="2617776"/>
          </a:xfrm>
          <a:prstGeom prst="rect">
            <a:avLst/>
          </a:prstGeom>
        </p:spPr>
      </p:pic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35ED1689-728E-AEB2-8AB8-669F41F681E2}"/>
              </a:ext>
            </a:extLst>
          </p:cNvPr>
          <p:cNvSpPr txBox="1">
            <a:spLocks/>
          </p:cNvSpPr>
          <p:nvPr/>
        </p:nvSpPr>
        <p:spPr>
          <a:xfrm>
            <a:off x="1354322" y="1694895"/>
            <a:ext cx="4233679" cy="152355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218806">
              <a:lnSpc>
                <a:spcPct val="150000"/>
              </a:lnSpc>
              <a:spcAft>
                <a:spcPts val="0"/>
              </a:spcAft>
              <a:buNone/>
            </a:pPr>
            <a:r>
              <a:rPr lang="hu-HU" sz="2100" dirty="0" err="1">
                <a:solidFill>
                  <a:srgbClr val="53C3CB"/>
                </a:solidFill>
                <a:latin typeface="Roboto Slab"/>
              </a:rPr>
              <a:t>Model</a:t>
            </a:r>
            <a:r>
              <a:rPr lang="hu-HU" sz="2100" dirty="0">
                <a:solidFill>
                  <a:srgbClr val="53C3CB"/>
                </a:solidFill>
                <a:latin typeface="Roboto Slab"/>
              </a:rPr>
              <a:t> performance</a:t>
            </a:r>
          </a:p>
          <a:p>
            <a:pPr marL="0" indent="0" defTabSz="1218806">
              <a:lnSpc>
                <a:spcPct val="150000"/>
              </a:lnSpc>
              <a:spcAft>
                <a:spcPts val="1333"/>
              </a:spcAft>
              <a:buNone/>
            </a:pPr>
            <a:r>
              <a:rPr lang="en-US" sz="1600" dirty="0" err="1">
                <a:solidFill>
                  <a:schemeClr val="tx1"/>
                </a:solidFill>
                <a:latin typeface="Roboto Slab"/>
              </a:rPr>
              <a:t>XGBoost</a:t>
            </a:r>
            <a:r>
              <a:rPr lang="en-US" sz="1600" dirty="0">
                <a:solidFill>
                  <a:schemeClr val="tx1"/>
                </a:solidFill>
                <a:latin typeface="Roboto Slab"/>
              </a:rPr>
              <a:t> Model Achieved 92% Accuracy on Test Data</a:t>
            </a:r>
            <a:br>
              <a:rPr lang="en-US" sz="2100" noProof="0" dirty="0">
                <a:latin typeface="Roboto Slab"/>
              </a:rPr>
            </a:br>
            <a:endParaRPr lang="hu-HU" sz="1450" dirty="0"/>
          </a:p>
        </p:txBody>
      </p:sp>
      <p:pic>
        <p:nvPicPr>
          <p:cNvPr id="7" name="Ábra 6" descr="Villanykörte egyszínű kitöltéssel">
            <a:extLst>
              <a:ext uri="{FF2B5EF4-FFF2-40B4-BE49-F238E27FC236}">
                <a16:creationId xmlns:a16="http://schemas.microsoft.com/office/drawing/2014/main" id="{E71CF7BC-E68E-98DC-B211-1103A0FBE4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2589" y="1891746"/>
            <a:ext cx="756609" cy="756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550577"/>
      </p:ext>
    </p:extLst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Default Theme">
  <a:themeElements>
    <a:clrScheme name="Preview 02">
      <a:dk1>
        <a:srgbClr val="262626"/>
      </a:dk1>
      <a:lt1>
        <a:srgbClr val="FFFFFF"/>
      </a:lt1>
      <a:dk2>
        <a:srgbClr val="262626"/>
      </a:dk2>
      <a:lt2>
        <a:srgbClr val="FFFFFF"/>
      </a:lt2>
      <a:accent1>
        <a:srgbClr val="53C3CB"/>
      </a:accent1>
      <a:accent2>
        <a:srgbClr val="3DB2C4"/>
      </a:accent2>
      <a:accent3>
        <a:srgbClr val="1AA4BE"/>
      </a:accent3>
      <a:accent4>
        <a:srgbClr val="0197B8"/>
      </a:accent4>
      <a:accent5>
        <a:srgbClr val="0187AD"/>
      </a:accent5>
      <a:accent6>
        <a:srgbClr val="00769E"/>
      </a:accent6>
      <a:hlink>
        <a:srgbClr val="FFFFFF"/>
      </a:hlink>
      <a:folHlink>
        <a:srgbClr val="595959"/>
      </a:folHlink>
    </a:clrScheme>
    <a:fontScheme name="Custom 85">
      <a:majorFont>
        <a:latin typeface="Roboto Slab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tx1"/>
        </a:solidFill>
        <a:ln w="9525">
          <a:noFill/>
          <a:round/>
          <a:headEnd/>
          <a:tailEnd/>
        </a:ln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>
          <a:defRPr/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658</Words>
  <Application>Microsoft Office PowerPoint</Application>
  <PresentationFormat>Szélesvásznú</PresentationFormat>
  <Paragraphs>98</Paragraphs>
  <Slides>8</Slides>
  <Notes>3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6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5" baseType="lpstr">
      <vt:lpstr>Aptos</vt:lpstr>
      <vt:lpstr>Arial</vt:lpstr>
      <vt:lpstr>Roboto</vt:lpstr>
      <vt:lpstr>Roboto </vt:lpstr>
      <vt:lpstr>Roboto Light</vt:lpstr>
      <vt:lpstr>Roboto Slab</vt:lpstr>
      <vt:lpstr>Default Theme</vt:lpstr>
      <vt:lpstr>PowerPoint-bemutató</vt:lpstr>
      <vt:lpstr>PowerPoint-bemutató</vt:lpstr>
      <vt:lpstr>PowerPoint-bemutató</vt:lpstr>
      <vt:lpstr>COMPLIANCE REQUIREMENTS</vt:lpstr>
      <vt:lpstr>Deployment Requirements I.</vt:lpstr>
      <vt:lpstr>Deployment Requirements II.</vt:lpstr>
      <vt:lpstr>DEPLOYMENT SCHEDULE PLAN</vt:lpstr>
      <vt:lpstr>Application showcase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Vándor Péter</dc:creator>
  <cp:lastModifiedBy>Várhegyi Cintia</cp:lastModifiedBy>
  <cp:revision>9</cp:revision>
  <dcterms:created xsi:type="dcterms:W3CDTF">2025-05-11T17:14:31Z</dcterms:created>
  <dcterms:modified xsi:type="dcterms:W3CDTF">2025-05-13T12:30:52Z</dcterms:modified>
</cp:coreProperties>
</file>